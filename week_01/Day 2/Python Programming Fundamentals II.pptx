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2"/>
    <p:sldId id="259" r:id="rId3"/>
    <p:sldId id="282" r:id="rId4"/>
    <p:sldId id="281" r:id="rId5"/>
    <p:sldId id="279" r:id="rId6"/>
    <p:sldId id="284" r:id="rId7"/>
    <p:sldId id="285" r:id="rId8"/>
    <p:sldId id="286" r:id="rId9"/>
    <p:sldId id="283" r:id="rId10"/>
    <p:sldId id="260" r:id="rId11"/>
    <p:sldId id="287" r:id="rId12"/>
    <p:sldId id="288" r:id="rId13"/>
    <p:sldId id="28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3807F"/>
    <a:srgbClr val="45C2CA"/>
    <a:srgbClr val="48C3CB"/>
    <a:srgbClr val="FB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E427CF-E2FC-4793-7C29-E5BC33932AEF}" v="111" dt="2026-02-12T09:05:33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wale Abiodun Ogundeji (Dr.)" userId="S::wale@ahfid.org::bf7f3b58-5492-4b16-a9d7-34d40e1eb056" providerId="AD" clId="Web-{0EFA9307-D9A1-8FEF-E0AD-A8240F15A8CD}"/>
    <pc:docChg chg="modSld">
      <pc:chgData name="Olawale Abiodun Ogundeji (Dr.)" userId="S::wale@ahfid.org::bf7f3b58-5492-4b16-a9d7-34d40e1eb056" providerId="AD" clId="Web-{0EFA9307-D9A1-8FEF-E0AD-A8240F15A8CD}" dt="2026-01-21T22:16:26.865" v="7" actId="20577"/>
      <pc:docMkLst>
        <pc:docMk/>
      </pc:docMkLst>
      <pc:sldChg chg="modSp">
        <pc:chgData name="Olawale Abiodun Ogundeji (Dr.)" userId="S::wale@ahfid.org::bf7f3b58-5492-4b16-a9d7-34d40e1eb056" providerId="AD" clId="Web-{0EFA9307-D9A1-8FEF-E0AD-A8240F15A8CD}" dt="2026-01-21T22:16:26.865" v="7" actId="20577"/>
        <pc:sldMkLst>
          <pc:docMk/>
          <pc:sldMk cId="0" sldId="257"/>
        </pc:sldMkLst>
      </pc:sldChg>
      <pc:sldChg chg="modSp">
        <pc:chgData name="Olawale Abiodun Ogundeji (Dr.)" userId="S::wale@ahfid.org::bf7f3b58-5492-4b16-a9d7-34d40e1eb056" providerId="AD" clId="Web-{0EFA9307-D9A1-8FEF-E0AD-A8240F15A8CD}" dt="2026-01-21T22:15:25.209" v="3" actId="20577"/>
        <pc:sldMkLst>
          <pc:docMk/>
          <pc:sldMk cId="0" sldId="259"/>
        </pc:sldMkLst>
      </pc:sldChg>
    </pc:docChg>
  </pc:docChgLst>
  <pc:docChgLst>
    <pc:chgData clId="Web-{301000A2-9556-BCD1-F8AA-31D9A4A84CE9}"/>
    <pc:docChg chg="modSld">
      <pc:chgData name="" userId="" providerId="" clId="Web-{301000A2-9556-BCD1-F8AA-31D9A4A84CE9}" dt="2026-02-02T00:30:09.656" v="3" actId="20577"/>
      <pc:docMkLst>
        <pc:docMk/>
      </pc:docMkLst>
      <pc:sldChg chg="modSp">
        <pc:chgData name="" userId="" providerId="" clId="Web-{301000A2-9556-BCD1-F8AA-31D9A4A84CE9}" dt="2026-02-02T00:30:09.656" v="3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3232AF35-24F8-ED3A-E0FA-74C069AB8D7E}"/>
    <pc:docChg chg="addSld delSld modSld sldOrd">
      <pc:chgData name="Olawale Abiodun Ogundeji (Dr.)" userId="S::wale@ahfid.org::bf7f3b58-5492-4b16-a9d7-34d40e1eb056" providerId="AD" clId="Web-{3232AF35-24F8-ED3A-E0FA-74C069AB8D7E}" dt="2026-02-04T13:23:57.594" v="508" actId="14100"/>
      <pc:docMkLst>
        <pc:docMk/>
      </pc:docMkLst>
      <pc:sldChg chg="modSp">
        <pc:chgData name="Olawale Abiodun Ogundeji (Dr.)" userId="S::wale@ahfid.org::bf7f3b58-5492-4b16-a9d7-34d40e1eb056" providerId="AD" clId="Web-{3232AF35-24F8-ED3A-E0FA-74C069AB8D7E}" dt="2026-02-04T11:30:39.264" v="39" actId="20577"/>
        <pc:sldMkLst>
          <pc:docMk/>
          <pc:sldMk cId="0" sldId="257"/>
        </pc:sldMkLst>
      </pc:sldChg>
      <pc:sldChg chg="addSp delSp modSp">
        <pc:chgData name="Olawale Abiodun Ogundeji (Dr.)" userId="S::wale@ahfid.org::bf7f3b58-5492-4b16-a9d7-34d40e1eb056" providerId="AD" clId="Web-{3232AF35-24F8-ED3A-E0FA-74C069AB8D7E}" dt="2026-02-04T11:41:18.391" v="100" actId="20577"/>
        <pc:sldMkLst>
          <pc:docMk/>
          <pc:sldMk cId="0" sldId="259"/>
        </pc:sldMkLst>
      </pc:sldChg>
      <pc:sldChg chg="addSp delSp modSp">
        <pc:chgData name="Olawale Abiodun Ogundeji (Dr.)" userId="S::wale@ahfid.org::bf7f3b58-5492-4b16-a9d7-34d40e1eb056" providerId="AD" clId="Web-{3232AF35-24F8-ED3A-E0FA-74C069AB8D7E}" dt="2026-02-04T12:06:31.164" v="320" actId="20577"/>
        <pc:sldMkLst>
          <pc:docMk/>
          <pc:sldMk cId="0" sldId="260"/>
        </pc:sldMkLst>
      </pc:sldChg>
      <pc:sldChg chg="addSp delSp modSp ord">
        <pc:chgData name="Olawale Abiodun Ogundeji (Dr.)" userId="S::wale@ahfid.org::bf7f3b58-5492-4b16-a9d7-34d40e1eb056" providerId="AD" clId="Web-{3232AF35-24F8-ED3A-E0FA-74C069AB8D7E}" dt="2026-02-04T12:38:46.621" v="412"/>
        <pc:sldMkLst>
          <pc:docMk/>
          <pc:sldMk cId="316734042" sldId="279"/>
        </pc:sldMkLst>
      </pc:sldChg>
      <pc:sldChg chg="modSp add replId">
        <pc:chgData name="Olawale Abiodun Ogundeji (Dr.)" userId="S::wale@ahfid.org::bf7f3b58-5492-4b16-a9d7-34d40e1eb056" providerId="AD" clId="Web-{3232AF35-24F8-ED3A-E0FA-74C069AB8D7E}" dt="2026-02-04T13:16:37.460" v="494" actId="20577"/>
        <pc:sldMkLst>
          <pc:docMk/>
          <pc:sldMk cId="4279679797" sldId="281"/>
        </pc:sldMkLst>
      </pc:sldChg>
      <pc:sldChg chg="addSp delSp modSp add replId">
        <pc:chgData name="Olawale Abiodun Ogundeji (Dr.)" userId="S::wale@ahfid.org::bf7f3b58-5492-4b16-a9d7-34d40e1eb056" providerId="AD" clId="Web-{3232AF35-24F8-ED3A-E0FA-74C069AB8D7E}" dt="2026-02-04T13:23:57.594" v="508" actId="14100"/>
        <pc:sldMkLst>
          <pc:docMk/>
          <pc:sldMk cId="838455973" sldId="282"/>
        </pc:sldMkLst>
      </pc:sldChg>
    </pc:docChg>
  </pc:docChgLst>
  <pc:docChgLst>
    <pc:chgData clId="Web-{312AB656-F313-67A4-9627-3D3BA1554536}"/>
    <pc:docChg chg="modSld">
      <pc:chgData name="" userId="" providerId="" clId="Web-{312AB656-F313-67A4-9627-3D3BA1554536}" dt="2026-02-04T14:19:26.311" v="4" actId="20577"/>
      <pc:docMkLst>
        <pc:docMk/>
      </pc:docMkLst>
      <pc:sldChg chg="modSp">
        <pc:chgData name="" userId="" providerId="" clId="Web-{312AB656-F313-67A4-9627-3D3BA1554536}" dt="2026-02-04T14:19:26.311" v="4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5AF634B1-8AA5-5917-112B-B7B226C02628}"/>
    <pc:docChg chg="delSld modSld">
      <pc:chgData name="Olawale Abiodun Ogundeji (Dr.)" userId="S::wale@ahfid.org::bf7f3b58-5492-4b16-a9d7-34d40e1eb056" providerId="AD" clId="Web-{5AF634B1-8AA5-5917-112B-B7B226C02628}" dt="2026-02-01T23:39:07.716" v="869" actId="20577"/>
      <pc:docMkLst>
        <pc:docMk/>
      </pc:docMkLst>
      <pc:sldChg chg="modSp">
        <pc:chgData name="Olawale Abiodun Ogundeji (Dr.)" userId="S::wale@ahfid.org::bf7f3b58-5492-4b16-a9d7-34d40e1eb056" providerId="AD" clId="Web-{5AF634B1-8AA5-5917-112B-B7B226C02628}" dt="2026-02-01T23:39:07.716" v="869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4359DADF-DE08-31CA-B467-E8B8686EA8C9}"/>
    <pc:docChg chg="addSld modSld sldOrd">
      <pc:chgData name="Olawale Abiodun Ogundeji (Dr.)" userId="S::wale@ahfid.org::bf7f3b58-5492-4b16-a9d7-34d40e1eb056" providerId="AD" clId="Web-{4359DADF-DE08-31CA-B467-E8B8686EA8C9}" dt="2026-02-04T14:14:02.376" v="270" actId="20577"/>
      <pc:docMkLst>
        <pc:docMk/>
      </pc:docMkLst>
      <pc:sldChg chg="modSp">
        <pc:chgData name="Olawale Abiodun Ogundeji (Dr.)" userId="S::wale@ahfid.org::bf7f3b58-5492-4b16-a9d7-34d40e1eb056" providerId="AD" clId="Web-{4359DADF-DE08-31CA-B467-E8B8686EA8C9}" dt="2026-02-04T14:14:02.376" v="270" actId="20577"/>
        <pc:sldMkLst>
          <pc:docMk/>
          <pc:sldMk cId="316734042" sldId="279"/>
        </pc:sldMkLst>
      </pc:sldChg>
      <pc:sldChg chg="addSp delSp modSp ord">
        <pc:chgData name="Olawale Abiodun Ogundeji (Dr.)" userId="S::wale@ahfid.org::bf7f3b58-5492-4b16-a9d7-34d40e1eb056" providerId="AD" clId="Web-{4359DADF-DE08-31CA-B467-E8B8686EA8C9}" dt="2026-02-04T13:38:52.172" v="50" actId="14100"/>
        <pc:sldMkLst>
          <pc:docMk/>
          <pc:sldMk cId="4279679797" sldId="281"/>
        </pc:sldMkLst>
      </pc:sldChg>
      <pc:sldChg chg="addSp delSp modSp">
        <pc:chgData name="Olawale Abiodun Ogundeji (Dr.)" userId="S::wale@ahfid.org::bf7f3b58-5492-4b16-a9d7-34d40e1eb056" providerId="AD" clId="Web-{4359DADF-DE08-31CA-B467-E8B8686EA8C9}" dt="2026-02-04T13:31:07.547" v="17" actId="20577"/>
        <pc:sldMkLst>
          <pc:docMk/>
          <pc:sldMk cId="838455973" sldId="282"/>
        </pc:sldMkLst>
      </pc:sldChg>
      <pc:sldChg chg="add replId">
        <pc:chgData name="Olawale Abiodun Ogundeji (Dr.)" userId="S::wale@ahfid.org::bf7f3b58-5492-4b16-a9d7-34d40e1eb056" providerId="AD" clId="Web-{4359DADF-DE08-31CA-B467-E8B8686EA8C9}" dt="2026-02-04T13:39:04.328" v="51"/>
        <pc:sldMkLst>
          <pc:docMk/>
          <pc:sldMk cId="779078583" sldId="283"/>
        </pc:sldMkLst>
      </pc:sldChg>
      <pc:sldChg chg="addSp delSp modSp add replId">
        <pc:chgData name="Olawale Abiodun Ogundeji (Dr.)" userId="S::wale@ahfid.org::bf7f3b58-5492-4b16-a9d7-34d40e1eb056" providerId="AD" clId="Web-{4359DADF-DE08-31CA-B467-E8B8686EA8C9}" dt="2026-02-04T14:13:50.735" v="269" actId="20577"/>
        <pc:sldMkLst>
          <pc:docMk/>
          <pc:sldMk cId="3884084745" sldId="284"/>
        </pc:sldMkLst>
      </pc:sldChg>
      <pc:sldChg chg="modSp add replId">
        <pc:chgData name="Olawale Abiodun Ogundeji (Dr.)" userId="S::wale@ahfid.org::bf7f3b58-5492-4b16-a9d7-34d40e1eb056" providerId="AD" clId="Web-{4359DADF-DE08-31CA-B467-E8B8686EA8C9}" dt="2026-02-04T14:13:17.531" v="262" actId="20577"/>
        <pc:sldMkLst>
          <pc:docMk/>
          <pc:sldMk cId="3186106264" sldId="285"/>
        </pc:sldMkLst>
      </pc:sldChg>
      <pc:sldChg chg="modSp add replId">
        <pc:chgData name="Olawale Abiodun Ogundeji (Dr.)" userId="S::wale@ahfid.org::bf7f3b58-5492-4b16-a9d7-34d40e1eb056" providerId="AD" clId="Web-{4359DADF-DE08-31CA-B467-E8B8686EA8C9}" dt="2026-02-04T14:12:57.546" v="261" actId="20577"/>
        <pc:sldMkLst>
          <pc:docMk/>
          <pc:sldMk cId="3180712152" sldId="286"/>
        </pc:sldMkLst>
      </pc:sldChg>
    </pc:docChg>
  </pc:docChgLst>
  <pc:docChgLst>
    <pc:chgData name="Olawale Abiodun Ogundeji (Dr.)" userId="S::wale@ahfid.org::bf7f3b58-5492-4b16-a9d7-34d40e1eb056" providerId="AD" clId="Web-{301000A2-9556-BCD1-F8AA-31D9A4A84CE9}"/>
    <pc:docChg chg="modSld">
      <pc:chgData name="Olawale Abiodun Ogundeji (Dr.)" userId="S::wale@ahfid.org::bf7f3b58-5492-4b16-a9d7-34d40e1eb056" providerId="AD" clId="Web-{301000A2-9556-BCD1-F8AA-31D9A4A84CE9}" dt="2026-02-02T00:30:14.422" v="0" actId="20577"/>
      <pc:docMkLst>
        <pc:docMk/>
      </pc:docMkLst>
      <pc:sldChg chg="modSp">
        <pc:chgData name="Olawale Abiodun Ogundeji (Dr.)" userId="S::wale@ahfid.org::bf7f3b58-5492-4b16-a9d7-34d40e1eb056" providerId="AD" clId="Web-{301000A2-9556-BCD1-F8AA-31D9A4A84CE9}" dt="2026-02-02T00:30:14.422" v="0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C4985DDB-9B9F-B747-366B-F81DE1BBA141}"/>
    <pc:docChg chg="modSld">
      <pc:chgData name="Olawale Abiodun Ogundeji (Dr.)" userId="S::wale@ahfid.org::bf7f3b58-5492-4b16-a9d7-34d40e1eb056" providerId="AD" clId="Web-{C4985DDB-9B9F-B747-366B-F81DE1BBA141}" dt="2026-02-02T10:17:21.171" v="257"/>
      <pc:docMkLst>
        <pc:docMk/>
      </pc:docMkLst>
      <pc:sldChg chg="modSp">
        <pc:chgData name="Olawale Abiodun Ogundeji (Dr.)" userId="S::wale@ahfid.org::bf7f3b58-5492-4b16-a9d7-34d40e1eb056" providerId="AD" clId="Web-{C4985DDB-9B9F-B747-366B-F81DE1BBA141}" dt="2026-02-02T09:45:48.733" v="50" actId="20577"/>
        <pc:sldMkLst>
          <pc:docMk/>
          <pc:sldMk cId="0" sldId="257"/>
        </pc:sldMkLst>
      </pc:sldChg>
      <pc:sldChg chg="modSp">
        <pc:chgData name="Olawale Abiodun Ogundeji (Dr.)" userId="S::wale@ahfid.org::bf7f3b58-5492-4b16-a9d7-34d40e1eb056" providerId="AD" clId="Web-{C4985DDB-9B9F-B747-366B-F81DE1BBA141}" dt="2026-02-02T09:50:12.088" v="103" actId="20577"/>
        <pc:sldMkLst>
          <pc:docMk/>
          <pc:sldMk cId="0" sldId="259"/>
        </pc:sldMkLst>
      </pc:sldChg>
      <pc:sldChg chg="addSp delSp modSp">
        <pc:chgData name="Olawale Abiodun Ogundeji (Dr.)" userId="S::wale@ahfid.org::bf7f3b58-5492-4b16-a9d7-34d40e1eb056" providerId="AD" clId="Web-{C4985DDB-9B9F-B747-366B-F81DE1BBA141}" dt="2026-02-02T10:17:21.171" v="257"/>
        <pc:sldMkLst>
          <pc:docMk/>
          <pc:sldMk cId="316734042" sldId="279"/>
        </pc:sldMkLst>
      </pc:sldChg>
    </pc:docChg>
  </pc:docChgLst>
  <pc:docChgLst>
    <pc:chgData name="Olawale Abiodun Ogundeji (Dr.)" userId="S::wale@ahfid.org::bf7f3b58-5492-4b16-a9d7-34d40e1eb056" providerId="AD" clId="Web-{DE92FAB8-5C49-5EFD-E114-E06D170F8F9C}"/>
    <pc:docChg chg="modSld">
      <pc:chgData name="Olawale Abiodun Ogundeji (Dr.)" userId="S::wale@ahfid.org::bf7f3b58-5492-4b16-a9d7-34d40e1eb056" providerId="AD" clId="Web-{DE92FAB8-5C49-5EFD-E114-E06D170F8F9C}" dt="2026-01-21T18:56:38.863" v="168" actId="14100"/>
      <pc:docMkLst>
        <pc:docMk/>
      </pc:docMkLst>
      <pc:sldChg chg="addSp delSp modSp">
        <pc:chgData name="Olawale Abiodun Ogundeji (Dr.)" userId="S::wale@ahfid.org::bf7f3b58-5492-4b16-a9d7-34d40e1eb056" providerId="AD" clId="Web-{DE92FAB8-5C49-5EFD-E114-E06D170F8F9C}" dt="2026-01-21T18:56:38.863" v="168" actId="14100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DE92FAB8-5C49-5EFD-E114-E06D170F8F9C}" dt="2026-01-21T18:52:30.278" v="108" actId="20577"/>
          <ac:spMkLst>
            <pc:docMk/>
            <pc:sldMk cId="0" sldId="259"/>
            <ac:spMk id="2" creationId="{00000000-0000-0000-0000-000000000000}"/>
          </ac:spMkLst>
        </pc:spChg>
      </pc:sldChg>
    </pc:docChg>
  </pc:docChgLst>
  <pc:docChgLst>
    <pc:chgData name="Olawale Abiodun Ogundeji (Dr.)" userId="S::wale@ahfid.org::bf7f3b58-5492-4b16-a9d7-34d40e1eb056" providerId="AD" clId="Web-{6A001E5D-2E17-0749-652C-1A18892185FF}"/>
    <pc:docChg chg="addSld modSld sldOrd">
      <pc:chgData name="Olawale Abiodun Ogundeji (Dr.)" userId="S::wale@ahfid.org::bf7f3b58-5492-4b16-a9d7-34d40e1eb056" providerId="AD" clId="Web-{6A001E5D-2E17-0749-652C-1A18892185FF}" dt="2026-01-29T21:27:36.234" v="1128" actId="14100"/>
      <pc:docMkLst>
        <pc:docMk/>
      </pc:docMkLst>
      <pc:sldChg chg="modSp">
        <pc:chgData name="Olawale Abiodun Ogundeji (Dr.)" userId="S::wale@ahfid.org::bf7f3b58-5492-4b16-a9d7-34d40e1eb056" providerId="AD" clId="Web-{6A001E5D-2E17-0749-652C-1A18892185FF}" dt="2026-01-28T13:04:02.086" v="0" actId="20577"/>
        <pc:sldMkLst>
          <pc:docMk/>
          <pc:sldMk cId="0" sldId="257"/>
        </pc:sldMkLst>
      </pc:sldChg>
      <pc:sldChg chg="delSp modSp">
        <pc:chgData name="Olawale Abiodun Ogundeji (Dr.)" userId="S::wale@ahfid.org::bf7f3b58-5492-4b16-a9d7-34d40e1eb056" providerId="AD" clId="Web-{6A001E5D-2E17-0749-652C-1A18892185FF}" dt="2026-01-28T14:52:46.791" v="344" actId="20577"/>
        <pc:sldMkLst>
          <pc:docMk/>
          <pc:sldMk cId="0" sldId="260"/>
        </pc:sldMkLst>
      </pc:sldChg>
    </pc:docChg>
  </pc:docChgLst>
  <pc:docChgLst>
    <pc:chgData name="Olawale Abiodun Ogundeji (Dr.)" userId="S::wale@ahfid.org::bf7f3b58-5492-4b16-a9d7-34d40e1eb056" providerId="AD" clId="Web-{1914E8DD-0A47-7831-CE6F-235AEF630E52}"/>
    <pc:docChg chg="addSld modSld">
      <pc:chgData name="Olawale Abiodun Ogundeji (Dr.)" userId="S::wale@ahfid.org::bf7f3b58-5492-4b16-a9d7-34d40e1eb056" providerId="AD" clId="Web-{1914E8DD-0A47-7831-CE6F-235AEF630E52}" dt="2026-01-28T10:24:33.510" v="529" actId="14100"/>
      <pc:docMkLst>
        <pc:docMk/>
      </pc:docMkLst>
      <pc:sldChg chg="modSp">
        <pc:chgData name="Olawale Abiodun Ogundeji (Dr.)" userId="S::wale@ahfid.org::bf7f3b58-5492-4b16-a9d7-34d40e1eb056" providerId="AD" clId="Web-{1914E8DD-0A47-7831-CE6F-235AEF630E52}" dt="2026-01-27T16:19:59.943" v="83" actId="20577"/>
        <pc:sldMkLst>
          <pc:docMk/>
          <pc:sldMk cId="0" sldId="257"/>
        </pc:sldMkLst>
      </pc:sldChg>
      <pc:sldChg chg="addSp delSp modSp modNotes">
        <pc:chgData name="Olawale Abiodun Ogundeji (Dr.)" userId="S::wale@ahfid.org::bf7f3b58-5492-4b16-a9d7-34d40e1eb056" providerId="AD" clId="Web-{1914E8DD-0A47-7831-CE6F-235AEF630E52}" dt="2026-01-28T09:54:14.021" v="496" actId="20577"/>
        <pc:sldMkLst>
          <pc:docMk/>
          <pc:sldMk cId="0" sldId="259"/>
        </pc:sldMkLst>
      </pc:sldChg>
      <pc:sldChg chg="addSp delSp modSp mod modClrScheme chgLayout">
        <pc:chgData name="Olawale Abiodun Ogundeji (Dr.)" userId="S::wale@ahfid.org::bf7f3b58-5492-4b16-a9d7-34d40e1eb056" providerId="AD" clId="Web-{1914E8DD-0A47-7831-CE6F-235AEF630E52}" dt="2026-01-27T17:43:10.890" v="416"/>
        <pc:sldMkLst>
          <pc:docMk/>
          <pc:sldMk cId="0" sldId="260"/>
        </pc:sldMkLst>
      </pc:sldChg>
      <pc:sldChg chg="addSp delSp modSp add replId">
        <pc:chgData name="Olawale Abiodun Ogundeji (Dr.)" userId="S::wale@ahfid.org::bf7f3b58-5492-4b16-a9d7-34d40e1eb056" providerId="AD" clId="Web-{1914E8DD-0A47-7831-CE6F-235AEF630E52}" dt="2026-01-28T10:22:21.595" v="506" actId="1076"/>
        <pc:sldMkLst>
          <pc:docMk/>
          <pc:sldMk cId="316734042" sldId="279"/>
        </pc:sldMkLst>
      </pc:sldChg>
    </pc:docChg>
  </pc:docChgLst>
  <pc:docChgLst>
    <pc:chgData name="Olawale Abiodun Ogundeji (Dr.)" userId="S::wale@ahfid.org::bf7f3b58-5492-4b16-a9d7-34d40e1eb056" providerId="AD" clId="Web-{93E427CF-E2FC-4793-7C29-E5BC33932AEF}"/>
    <pc:docChg chg="addSld delSld modSld">
      <pc:chgData name="Olawale Abiodun Ogundeji (Dr.)" userId="S::wale@ahfid.org::bf7f3b58-5492-4b16-a9d7-34d40e1eb056" providerId="AD" clId="Web-{93E427CF-E2FC-4793-7C29-E5BC33932AEF}" dt="2026-02-12T09:05:25.012" v="98"/>
      <pc:docMkLst>
        <pc:docMk/>
      </pc:docMkLst>
      <pc:sldChg chg="addSp delSp modSp mod setBg">
        <pc:chgData name="Olawale Abiodun Ogundeji (Dr.)" userId="S::wale@ahfid.org::bf7f3b58-5492-4b16-a9d7-34d40e1eb056" providerId="AD" clId="Web-{93E427CF-E2FC-4793-7C29-E5BC33932AEF}" dt="2026-02-11T15:13:37.240" v="16"/>
        <pc:sldMkLst>
          <pc:docMk/>
          <pc:sldMk cId="0" sldId="259"/>
        </pc:sldMkLst>
        <pc:spChg chg="del">
          <ac:chgData name="Olawale Abiodun Ogundeji (Dr.)" userId="S::wale@ahfid.org::bf7f3b58-5492-4b16-a9d7-34d40e1eb056" providerId="AD" clId="Web-{93E427CF-E2FC-4793-7C29-E5BC33932AEF}" dt="2026-02-11T15:12:57.771" v="7"/>
          <ac:spMkLst>
            <pc:docMk/>
            <pc:sldMk cId="0" sldId="259"/>
            <ac:spMk id="3" creationId="{3EDAD1F7-BB38-C95D-7ECE-AAB912129DEF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1T15:12:52.130" v="5"/>
          <ac:spMkLst>
            <pc:docMk/>
            <pc:sldMk cId="0" sldId="259"/>
            <ac:spMk id="6" creationId="{3D51C889-42B9-2081-B278-7B11140FAFD7}"/>
          </ac:spMkLst>
        </pc:spChg>
        <pc:picChg chg="add mod">
          <ac:chgData name="Olawale Abiodun Ogundeji (Dr.)" userId="S::wale@ahfid.org::bf7f3b58-5492-4b16-a9d7-34d40e1eb056" providerId="AD" clId="Web-{93E427CF-E2FC-4793-7C29-E5BC33932AEF}" dt="2026-02-11T15:13:31.521" v="15" actId="1076"/>
          <ac:picMkLst>
            <pc:docMk/>
            <pc:sldMk cId="0" sldId="259"/>
            <ac:picMk id="4" creationId="{04FA8372-E0CC-18F3-4709-07909AA89B6E}"/>
          </ac:picMkLst>
        </pc:picChg>
        <pc:picChg chg="del">
          <ac:chgData name="Olawale Abiodun Ogundeji (Dr.)" userId="S::wale@ahfid.org::bf7f3b58-5492-4b16-a9d7-34d40e1eb056" providerId="AD" clId="Web-{93E427CF-E2FC-4793-7C29-E5BC33932AEF}" dt="2026-02-11T15:12:54.162" v="6"/>
          <ac:picMkLst>
            <pc:docMk/>
            <pc:sldMk cId="0" sldId="259"/>
            <ac:picMk id="5" creationId="{8A7E6FBF-183A-FD2A-276E-6B16E36D87B4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2T08:59:02.331" v="84"/>
        <pc:sldMkLst>
          <pc:docMk/>
          <pc:sldMk cId="0" sldId="260"/>
        </pc:sldMkLst>
        <pc:spChg chg="del">
          <ac:chgData name="Olawale Abiodun Ogundeji (Dr.)" userId="S::wale@ahfid.org::bf7f3b58-5492-4b16-a9d7-34d40e1eb056" providerId="AD" clId="Web-{93E427CF-E2FC-4793-7C29-E5BC33932AEF}" dt="2026-02-12T08:58:20.534" v="79"/>
          <ac:spMkLst>
            <pc:docMk/>
            <pc:sldMk cId="0" sldId="260"/>
            <ac:spMk id="2" creationId="{FF040CF8-DDBD-2E27-59DD-535BF32A5AB0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2T08:58:24.565" v="80"/>
          <ac:spMkLst>
            <pc:docMk/>
            <pc:sldMk cId="0" sldId="260"/>
            <ac:spMk id="4" creationId="{F7F031C7-A92D-B580-5B0D-AD5CBAED8142}"/>
          </ac:spMkLst>
        </pc:spChg>
        <pc:picChg chg="add mod">
          <ac:chgData name="Olawale Abiodun Ogundeji (Dr.)" userId="S::wale@ahfid.org::bf7f3b58-5492-4b16-a9d7-34d40e1eb056" providerId="AD" clId="Web-{93E427CF-E2FC-4793-7C29-E5BC33932AEF}" dt="2026-02-12T08:58:42.394" v="83" actId="1076"/>
          <ac:picMkLst>
            <pc:docMk/>
            <pc:sldMk cId="0" sldId="260"/>
            <ac:picMk id="3" creationId="{DE72AB66-4AEB-26B0-4B49-3F9D8F77502B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1T15:22:34.910" v="45" actId="1076"/>
        <pc:sldMkLst>
          <pc:docMk/>
          <pc:sldMk cId="316734042" sldId="279"/>
        </pc:sldMkLst>
        <pc:spChg chg="del">
          <ac:chgData name="Olawale Abiodun Ogundeji (Dr.)" userId="S::wale@ahfid.org::bf7f3b58-5492-4b16-a9d7-34d40e1eb056" providerId="AD" clId="Web-{93E427CF-E2FC-4793-7C29-E5BC33932AEF}" dt="2026-02-11T15:19:55.780" v="36"/>
          <ac:spMkLst>
            <pc:docMk/>
            <pc:sldMk cId="316734042" sldId="279"/>
            <ac:spMk id="3" creationId="{CE12020B-B16B-503A-3FCF-44BFBD11530F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1T15:19:49.545" v="35"/>
          <ac:spMkLst>
            <pc:docMk/>
            <pc:sldMk cId="316734042" sldId="279"/>
            <ac:spMk id="5" creationId="{77105D8D-AE67-7EF3-2996-3921B2E4A175}"/>
          </ac:spMkLst>
        </pc:spChg>
        <pc:picChg chg="add del mod">
          <ac:chgData name="Olawale Abiodun Ogundeji (Dr.)" userId="S::wale@ahfid.org::bf7f3b58-5492-4b16-a9d7-34d40e1eb056" providerId="AD" clId="Web-{93E427CF-E2FC-4793-7C29-E5BC33932AEF}" dt="2026-02-11T15:22:28.410" v="42"/>
          <ac:picMkLst>
            <pc:docMk/>
            <pc:sldMk cId="316734042" sldId="279"/>
            <ac:picMk id="4" creationId="{1B85B1EE-0D12-6A42-6C4D-3EDF06CE63BE}"/>
          </ac:picMkLst>
        </pc:picChg>
        <pc:picChg chg="add mod">
          <ac:chgData name="Olawale Abiodun Ogundeji (Dr.)" userId="S::wale@ahfid.org::bf7f3b58-5492-4b16-a9d7-34d40e1eb056" providerId="AD" clId="Web-{93E427CF-E2FC-4793-7C29-E5BC33932AEF}" dt="2026-02-11T15:22:34.910" v="45" actId="1076"/>
          <ac:picMkLst>
            <pc:docMk/>
            <pc:sldMk cId="316734042" sldId="279"/>
            <ac:picMk id="6" creationId="{D76F7205-0D08-6719-7C54-70A624911D94}"/>
          </ac:picMkLst>
        </pc:picChg>
      </pc:sldChg>
      <pc:sldChg chg="del">
        <pc:chgData name="Olawale Abiodun Ogundeji (Dr.)" userId="S::wale@ahfid.org::bf7f3b58-5492-4b16-a9d7-34d40e1eb056" providerId="AD" clId="Web-{93E427CF-E2FC-4793-7C29-E5BC33932AEF}" dt="2026-02-12T08:58:15.206" v="78"/>
        <pc:sldMkLst>
          <pc:docMk/>
          <pc:sldMk cId="2768235767" sldId="280"/>
        </pc:sldMkLst>
      </pc:sldChg>
      <pc:sldChg chg="addSp delSp modSp mod setBg">
        <pc:chgData name="Olawale Abiodun Ogundeji (Dr.)" userId="S::wale@ahfid.org::bf7f3b58-5492-4b16-a9d7-34d40e1eb056" providerId="AD" clId="Web-{93E427CF-E2FC-4793-7C29-E5BC33932AEF}" dt="2026-02-11T15:16:20.329" v="34"/>
        <pc:sldMkLst>
          <pc:docMk/>
          <pc:sldMk cId="4279679797" sldId="281"/>
        </pc:sldMkLst>
        <pc:spChg chg="del">
          <ac:chgData name="Olawale Abiodun Ogundeji (Dr.)" userId="S::wale@ahfid.org::bf7f3b58-5492-4b16-a9d7-34d40e1eb056" providerId="AD" clId="Web-{93E427CF-E2FC-4793-7C29-E5BC33932AEF}" dt="2026-02-11T15:15:35.200" v="27"/>
          <ac:spMkLst>
            <pc:docMk/>
            <pc:sldMk cId="4279679797" sldId="281"/>
            <ac:spMk id="3" creationId="{29EA01AE-3CB5-B85C-4F90-0AA98E7E85D4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1T15:15:31.637" v="26"/>
          <ac:spMkLst>
            <pc:docMk/>
            <pc:sldMk cId="4279679797" sldId="281"/>
            <ac:spMk id="6" creationId="{63718E18-FF39-BA2D-9E5A-EF0B31471753}"/>
          </ac:spMkLst>
        </pc:spChg>
        <pc:picChg chg="del">
          <ac:chgData name="Olawale Abiodun Ogundeji (Dr.)" userId="S::wale@ahfid.org::bf7f3b58-5492-4b16-a9d7-34d40e1eb056" providerId="AD" clId="Web-{93E427CF-E2FC-4793-7C29-E5BC33932AEF}" dt="2026-02-11T15:15:28.840" v="25"/>
          <ac:picMkLst>
            <pc:docMk/>
            <pc:sldMk cId="4279679797" sldId="281"/>
            <ac:picMk id="4" creationId="{E67E3322-C0AF-1BB1-C14C-DBBBC5EC5973}"/>
          </ac:picMkLst>
        </pc:picChg>
        <pc:picChg chg="add mod">
          <ac:chgData name="Olawale Abiodun Ogundeji (Dr.)" userId="S::wale@ahfid.org::bf7f3b58-5492-4b16-a9d7-34d40e1eb056" providerId="AD" clId="Web-{93E427CF-E2FC-4793-7C29-E5BC33932AEF}" dt="2026-02-11T15:16:07.359" v="33" actId="14100"/>
          <ac:picMkLst>
            <pc:docMk/>
            <pc:sldMk cId="4279679797" sldId="281"/>
            <ac:picMk id="5" creationId="{032502A0-B0EB-A205-395D-4F2F62FF1E2D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1T15:14:56.290" v="24"/>
        <pc:sldMkLst>
          <pc:docMk/>
          <pc:sldMk cId="838455973" sldId="282"/>
        </pc:sldMkLst>
        <pc:spChg chg="del">
          <ac:chgData name="Olawale Abiodun Ogundeji (Dr.)" userId="S::wale@ahfid.org::bf7f3b58-5492-4b16-a9d7-34d40e1eb056" providerId="AD" clId="Web-{93E427CF-E2FC-4793-7C29-E5BC33932AEF}" dt="2026-02-11T15:13:52.990" v="17"/>
          <ac:spMkLst>
            <pc:docMk/>
            <pc:sldMk cId="838455973" sldId="282"/>
            <ac:spMk id="2" creationId="{AC8F6D7D-7528-C26E-EA85-8A59B1AE2E8C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1T15:13:56.475" v="18"/>
          <ac:spMkLst>
            <pc:docMk/>
            <pc:sldMk cId="838455973" sldId="282"/>
            <ac:spMk id="3" creationId="{BC0CCE73-69DE-DA43-60A1-1B82A308C880}"/>
          </ac:spMkLst>
        </pc:spChg>
        <pc:picChg chg="add mod">
          <ac:chgData name="Olawale Abiodun Ogundeji (Dr.)" userId="S::wale@ahfid.org::bf7f3b58-5492-4b16-a9d7-34d40e1eb056" providerId="AD" clId="Web-{93E427CF-E2FC-4793-7C29-E5BC33932AEF}" dt="2026-02-11T15:14:50.508" v="23" actId="14100"/>
          <ac:picMkLst>
            <pc:docMk/>
            <pc:sldMk cId="838455973" sldId="282"/>
            <ac:picMk id="4" creationId="{5337CC9B-EDE0-D24A-F8CE-2442925EE641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2T08:56:27.671" v="77"/>
        <pc:sldMkLst>
          <pc:docMk/>
          <pc:sldMk cId="779078583" sldId="283"/>
        </pc:sldMkLst>
        <pc:spChg chg="del">
          <ac:chgData name="Olawale Abiodun Ogundeji (Dr.)" userId="S::wale@ahfid.org::bf7f3b58-5492-4b16-a9d7-34d40e1eb056" providerId="AD" clId="Web-{93E427CF-E2FC-4793-7C29-E5BC33932AEF}" dt="2026-02-12T08:55:07.515" v="71"/>
          <ac:spMkLst>
            <pc:docMk/>
            <pc:sldMk cId="779078583" sldId="283"/>
            <ac:spMk id="3" creationId="{9C90FBF1-996A-291F-90FA-D8B1C84C47FA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2T08:55:04.390" v="70"/>
          <ac:spMkLst>
            <pc:docMk/>
            <pc:sldMk cId="779078583" sldId="283"/>
            <ac:spMk id="5" creationId="{4FB7D156-8710-2B15-7127-8DCF60FA3707}"/>
          </ac:spMkLst>
        </pc:spChg>
        <pc:picChg chg="add mod">
          <ac:chgData name="Olawale Abiodun Ogundeji (Dr.)" userId="S::wale@ahfid.org::bf7f3b58-5492-4b16-a9d7-34d40e1eb056" providerId="AD" clId="Web-{93E427CF-E2FC-4793-7C29-E5BC33932AEF}" dt="2026-02-12T08:55:24.812" v="76" actId="1076"/>
          <ac:picMkLst>
            <pc:docMk/>
            <pc:sldMk cId="779078583" sldId="283"/>
            <ac:picMk id="4" creationId="{3D3B2CFB-21F5-4724-A6FE-CA428D28E1AD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2T08:49:20.951" v="55"/>
        <pc:sldMkLst>
          <pc:docMk/>
          <pc:sldMk cId="3884084745" sldId="284"/>
        </pc:sldMkLst>
        <pc:spChg chg="del">
          <ac:chgData name="Olawale Abiodun Ogundeji (Dr.)" userId="S::wale@ahfid.org::bf7f3b58-5492-4b16-a9d7-34d40e1eb056" providerId="AD" clId="Web-{93E427CF-E2FC-4793-7C29-E5BC33932AEF}" dt="2026-02-12T08:47:56.810" v="47"/>
          <ac:spMkLst>
            <pc:docMk/>
            <pc:sldMk cId="3884084745" sldId="284"/>
            <ac:spMk id="3" creationId="{6998BD24-1790-4419-97F2-3A3C7A53CEE2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2T08:47:52.748" v="46"/>
          <ac:spMkLst>
            <pc:docMk/>
            <pc:sldMk cId="3884084745" sldId="284"/>
            <ac:spMk id="5" creationId="{A30FB6B8-AD89-A99C-1F05-7ED8CBCF51CC}"/>
          </ac:spMkLst>
        </pc:spChg>
        <pc:picChg chg="add mod">
          <ac:chgData name="Olawale Abiodun Ogundeji (Dr.)" userId="S::wale@ahfid.org::bf7f3b58-5492-4b16-a9d7-34d40e1eb056" providerId="AD" clId="Web-{93E427CF-E2FC-4793-7C29-E5BC33932AEF}" dt="2026-02-12T08:48:59.373" v="54" actId="1076"/>
          <ac:picMkLst>
            <pc:docMk/>
            <pc:sldMk cId="3884084745" sldId="284"/>
            <ac:picMk id="2" creationId="{5EF6E7DF-A982-8980-F428-5E2F06DC3FAA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2T08:52:45.514" v="69"/>
        <pc:sldMkLst>
          <pc:docMk/>
          <pc:sldMk cId="3186106264" sldId="285"/>
        </pc:sldMkLst>
        <pc:spChg chg="del">
          <ac:chgData name="Olawale Abiodun Ogundeji (Dr.)" userId="S::wale@ahfid.org::bf7f3b58-5492-4b16-a9d7-34d40e1eb056" providerId="AD" clId="Web-{93E427CF-E2FC-4793-7C29-E5BC33932AEF}" dt="2026-02-12T08:50:36.795" v="57"/>
          <ac:spMkLst>
            <pc:docMk/>
            <pc:sldMk cId="3186106264" sldId="285"/>
            <ac:spMk id="3" creationId="{46E0E669-EBF6-ECB7-E612-5FA41399A4A8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2T08:50:32.451" v="56"/>
          <ac:spMkLst>
            <pc:docMk/>
            <pc:sldMk cId="3186106264" sldId="285"/>
            <ac:spMk id="5" creationId="{6F9E0A9A-919D-AB2D-BCC3-B3BFC7DCBA88}"/>
          </ac:spMkLst>
        </pc:spChg>
        <pc:picChg chg="add mod">
          <ac:chgData name="Olawale Abiodun Ogundeji (Dr.)" userId="S::wale@ahfid.org::bf7f3b58-5492-4b16-a9d7-34d40e1eb056" providerId="AD" clId="Web-{93E427CF-E2FC-4793-7C29-E5BC33932AEF}" dt="2026-02-12T08:51:05.873" v="62" actId="1076"/>
          <ac:picMkLst>
            <pc:docMk/>
            <pc:sldMk cId="3186106264" sldId="285"/>
            <ac:picMk id="2" creationId="{EBC590EB-878A-43F2-FB35-0E6D072FEAC1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2T08:52:37.030" v="68"/>
        <pc:sldMkLst>
          <pc:docMk/>
          <pc:sldMk cId="3180712152" sldId="286"/>
        </pc:sldMkLst>
        <pc:spChg chg="del">
          <ac:chgData name="Olawale Abiodun Ogundeji (Dr.)" userId="S::wale@ahfid.org::bf7f3b58-5492-4b16-a9d7-34d40e1eb056" providerId="AD" clId="Web-{93E427CF-E2FC-4793-7C29-E5BC33932AEF}" dt="2026-02-12T08:52:13.733" v="64"/>
          <ac:spMkLst>
            <pc:docMk/>
            <pc:sldMk cId="3180712152" sldId="286"/>
            <ac:spMk id="3" creationId="{DC8375D1-8142-971B-B910-C880B4FCE5E9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2T08:52:09.748" v="63"/>
          <ac:spMkLst>
            <pc:docMk/>
            <pc:sldMk cId="3180712152" sldId="286"/>
            <ac:spMk id="5" creationId="{668A767A-E9AB-4C30-F782-9F870B96E58C}"/>
          </ac:spMkLst>
        </pc:spChg>
        <pc:picChg chg="add mod">
          <ac:chgData name="Olawale Abiodun Ogundeji (Dr.)" userId="S::wale@ahfid.org::bf7f3b58-5492-4b16-a9d7-34d40e1eb056" providerId="AD" clId="Web-{93E427CF-E2FC-4793-7C29-E5BC33932AEF}" dt="2026-02-12T08:52:31.873" v="67" actId="1076"/>
          <ac:picMkLst>
            <pc:docMk/>
            <pc:sldMk cId="3180712152" sldId="286"/>
            <ac:picMk id="2" creationId="{F7F49822-8768-9502-CD7C-444FC6A832C4}"/>
          </ac:picMkLst>
        </pc:picChg>
      </pc:sldChg>
      <pc:sldChg chg="addSp delSp modSp add replId">
        <pc:chgData name="Olawale Abiodun Ogundeji (Dr.)" userId="S::wale@ahfid.org::bf7f3b58-5492-4b16-a9d7-34d40e1eb056" providerId="AD" clId="Web-{93E427CF-E2FC-4793-7C29-E5BC33932AEF}" dt="2026-02-12T09:05:24.793" v="97" actId="1076"/>
        <pc:sldMkLst>
          <pc:docMk/>
          <pc:sldMk cId="2208187676" sldId="287"/>
        </pc:sldMkLst>
        <pc:picChg chg="add del mod">
          <ac:chgData name="Olawale Abiodun Ogundeji (Dr.)" userId="S::wale@ahfid.org::bf7f3b58-5492-4b16-a9d7-34d40e1eb056" providerId="AD" clId="Web-{93E427CF-E2FC-4793-7C29-E5BC33932AEF}" dt="2026-02-12T09:03:20.239" v="92"/>
          <ac:picMkLst>
            <pc:docMk/>
            <pc:sldMk cId="2208187676" sldId="287"/>
            <ac:picMk id="2" creationId="{0260CCF0-76B6-5785-8D56-0038E01C050F}"/>
          </ac:picMkLst>
        </pc:picChg>
        <pc:picChg chg="del">
          <ac:chgData name="Olawale Abiodun Ogundeji (Dr.)" userId="S::wale@ahfid.org::bf7f3b58-5492-4b16-a9d7-34d40e1eb056" providerId="AD" clId="Web-{93E427CF-E2FC-4793-7C29-E5BC33932AEF}" dt="2026-02-12T09:01:35.459" v="86"/>
          <ac:picMkLst>
            <pc:docMk/>
            <pc:sldMk cId="2208187676" sldId="287"/>
            <ac:picMk id="3" creationId="{A91A22D7-A827-7EBE-AA89-82A0B5DE397D}"/>
          </ac:picMkLst>
        </pc:picChg>
        <pc:picChg chg="add mod">
          <ac:chgData name="Olawale Abiodun Ogundeji (Dr.)" userId="S::wale@ahfid.org::bf7f3b58-5492-4b16-a9d7-34d40e1eb056" providerId="AD" clId="Web-{93E427CF-E2FC-4793-7C29-E5BC33932AEF}" dt="2026-02-12T09:05:24.793" v="97" actId="1076"/>
          <ac:picMkLst>
            <pc:docMk/>
            <pc:sldMk cId="2208187676" sldId="287"/>
            <ac:picMk id="4" creationId="{0B602ED8-5D82-553A-0485-1C14AE24A1A7}"/>
          </ac:picMkLst>
        </pc:picChg>
      </pc:sldChg>
      <pc:sldChg chg="add replId">
        <pc:chgData name="Olawale Abiodun Ogundeji (Dr.)" userId="S::wale@ahfid.org::bf7f3b58-5492-4b16-a9d7-34d40e1eb056" providerId="AD" clId="Web-{93E427CF-E2FC-4793-7C29-E5BC33932AEF}" dt="2026-02-12T09:02:22.342" v="91"/>
        <pc:sldMkLst>
          <pc:docMk/>
          <pc:sldMk cId="3938118249" sldId="288"/>
        </pc:sldMkLst>
      </pc:sldChg>
      <pc:sldChg chg="add replId">
        <pc:chgData name="Olawale Abiodun Ogundeji (Dr.)" userId="S::wale@ahfid.org::bf7f3b58-5492-4b16-a9d7-34d40e1eb056" providerId="AD" clId="Web-{93E427CF-E2FC-4793-7C29-E5BC33932AEF}" dt="2026-02-12T09:05:25.012" v="98"/>
        <pc:sldMkLst>
          <pc:docMk/>
          <pc:sldMk cId="3766290384" sldId="289"/>
        </pc:sldMkLst>
      </pc:sldChg>
    </pc:docChg>
  </pc:docChgLst>
  <pc:docChgLst>
    <pc:chgData name="Olawale Abiodun Ogundeji (Dr.)" userId="S::wale@ahfid.org::bf7f3b58-5492-4b16-a9d7-34d40e1eb056" providerId="AD" clId="Web-{312AB656-F313-67A4-9627-3D3BA1554536}"/>
    <pc:docChg chg="modSld">
      <pc:chgData name="Olawale Abiodun Ogundeji (Dr.)" userId="S::wale@ahfid.org::bf7f3b58-5492-4b16-a9d7-34d40e1eb056" providerId="AD" clId="Web-{312AB656-F313-67A4-9627-3D3BA1554536}" dt="2026-02-04T14:22:51.877" v="46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A7199-659A-4064-9D87-9E89ED46822F}" type="datetimeFigureOut">
              <a:t>2/12/2026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CD79B-70D4-4C0F-8998-82B634FB71F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473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571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0CCB8-7AE1-31A1-1331-CDD84CEF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2FF1B-09B8-593F-5CFD-FCD0FF464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CC621-BABF-211A-F623-544498C01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EA847-EF5B-818C-A5C4-D277C75D6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926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83848-95E7-5ACB-803D-5ADC1181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333B2-FB81-AC44-DB8F-9C1F597D3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92D4E-FF44-D682-0C19-92F873D74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A101C-316E-66E7-8AE7-314BF09BC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282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4202-0690-B0DA-2B7F-A04BC722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0A7C4-45E2-B3FB-1470-ECA8D1DDA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B89A7-D23B-11F4-FC2A-01C142661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602DE-EFC9-D6CC-BD77-BFDF48AE2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36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70358-5D15-09AF-687F-9E891418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7A9B5-2C1C-CA77-F29D-011AAD35B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DD491-CFCC-5BC2-DDAD-24CDC5A62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E0DE8-0699-9DB2-6EEC-E1898D643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073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09F87-B88B-3C95-ABE4-75BE58316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64454-163A-160B-1C4E-0571426D7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7E6D6-8BCB-22A9-2660-B55BCF42C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E6C0A-5A95-84B3-D2E5-A57D5AC7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715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6DE7-D32D-9A3D-CF41-7648614C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D28FF-7552-917E-FD53-21F41DADC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D9E96-05F0-DD63-3A9B-01FC5BF00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A1CD6-4C47-9A7F-8DEA-8E98E2EB0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440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B741-DAD3-C6E4-AB90-8006DE449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9C89D-32CD-44AC-41BE-39075A389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48C64-A4DB-95C8-D147-CF4F86E3F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F143D-7337-83CF-B964-9A1A59F2C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964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582" y="457200"/>
            <a:ext cx="850588" cy="614125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5710555" y="376555"/>
            <a:ext cx="77089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 userDrawn="1"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34" name="Oval 33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3" name="Picture 82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/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rectangular sign with white text&#10;&#10;AI-generated content may be incorrect.">
            <a:extLst>
              <a:ext uri="{FF2B5EF4-FFF2-40B4-BE49-F238E27FC236}">
                <a16:creationId xmlns:a16="http://schemas.microsoft.com/office/drawing/2014/main" id="{8BB24387-877B-F338-85B0-3B3129CC4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311" y="984584"/>
            <a:ext cx="8686299" cy="48788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FA8372-E0CC-18F3-4709-07909AA89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444" y="1156032"/>
            <a:ext cx="8484773" cy="48066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495D5-2F22-951E-0283-5043F62E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rectangular object with white text&#10;&#10;AI-generated content may be incorrect.">
            <a:extLst>
              <a:ext uri="{FF2B5EF4-FFF2-40B4-BE49-F238E27FC236}">
                <a16:creationId xmlns:a16="http://schemas.microsoft.com/office/drawing/2014/main" id="{5337CC9B-EDE0-D24A-F8CE-2442925EE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681" y="1115929"/>
            <a:ext cx="9216690" cy="491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455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F4C53-5198-2B96-D4A3-C4A7714E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367BD-0C07-E1C9-F73E-45E2AC44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32502A0-B0EB-A205-395D-4F2F62FF1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920" y="1148766"/>
            <a:ext cx="9096373" cy="484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679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F8E92-15A3-F6F9-4E37-DA8B3E51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4A74-B27B-1DB5-D4EE-E2B6D39F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76F7205-0D08-6719-7C54-70A624911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41" y="888081"/>
            <a:ext cx="8986086" cy="509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4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6AE67-0535-60A2-78A9-2D6B3D5A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EF6E7DF-A982-8980-F428-5E2F06DC3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523" y="1170822"/>
            <a:ext cx="8544929" cy="481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084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B81C0-00E8-5B8F-E020-EB4A5D53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EBC590EB-878A-43F2-FB35-0E6D072FE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864" y="1203157"/>
            <a:ext cx="8666247" cy="481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06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17E11-9028-DEF6-3418-6793312A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7F49822-8768-9502-CD7C-444FC6A83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730" y="1355056"/>
            <a:ext cx="8216566" cy="461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12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5BA88-7CE8-D3DB-388B-B5AC2D90C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17272-B9CE-851E-3712-E48F0DCAD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3D3B2CFB-21F5-4724-A6FE-CA428D28E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524" y="1289134"/>
            <a:ext cx="8554955" cy="476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78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E72AB66-4AEB-26B0-4B49-3F9D8F775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702" y="1218949"/>
            <a:ext cx="8418597" cy="47710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C92BF-C130-EED2-354C-1633DD82E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5BB4AE4-4ADB-D8A6-DEEB-45944669D89F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9DB2A01-6CF8-F06A-6B9C-C685096E3E0C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B602ED8-5D82-553A-0485-1C14AE24A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82" y="1257551"/>
            <a:ext cx="8422106" cy="468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18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2923C-623F-885F-8E7F-B88E40E88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32ADB78-AD31-F097-3FDD-6034F2FF24AF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76F9F0A-4931-22CE-B7B1-7D2689E84F99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52D8EA-DEE1-D4F4-93E5-B2C0731AE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963" y="1268078"/>
            <a:ext cx="8420100" cy="466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118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02D65-F997-5C65-BDF1-BC51F649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F19E94-EA66-827C-6A11-1B17022ECFCA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9BB9A8-B612-CE30-F362-AD5F5C7FA65E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736509-96D6-08AA-E783-8D4680D2A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963" y="1268078"/>
            <a:ext cx="8420100" cy="466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290384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PunchcardVTI</vt:lpstr>
      <vt:lpstr>PowerPoint Presentation</vt:lpstr>
      <vt:lpstr> 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Liberty</dc:creator>
  <cp:revision>90</cp:revision>
  <dcterms:created xsi:type="dcterms:W3CDTF">2025-11-05T12:47:00Z</dcterms:created>
  <dcterms:modified xsi:type="dcterms:W3CDTF">2026-02-12T09:05:34Z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448BF34DDA5D4604A6E5E58B330A1B12_12</vt:lpwstr>
  </property>
  <property fmtid="{D5CDD505-2E9C-101B-9397-08002B2CF9AE}" pid="3" name="KSOProductBuildVer">
    <vt:lpwstr>1033-12.9.0.21549</vt:lpwstr>
  </property>
</Properties>
</file>