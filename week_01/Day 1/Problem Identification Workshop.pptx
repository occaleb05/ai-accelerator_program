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79" r:id="rId4"/>
    <p:sldId id="280" r:id="rId5"/>
    <p:sldId id="260" r:id="rId6"/>
    <p:sldId id="283" r:id="rId7"/>
    <p:sldId id="281" r:id="rId8"/>
    <p:sldId id="282" r:id="rId9"/>
    <p:sldId id="284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3807F"/>
    <a:srgbClr val="45C2CA"/>
    <a:srgbClr val="48C3CB"/>
    <a:srgbClr val="FBA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B7EBB-3B93-961F-2D7F-837100D6AF37}" v="531" dt="2026-02-04T14:56:30.265"/>
    <p1510:client id="{2A16153A-CDF8-7803-AA46-9F215D8FEBDF}" v="786" dt="2026-02-04T15:59:26.779"/>
    <p1510:client id="{A7211C2E-F893-3B03-99B7-F1E9D41D54CF}" v="922" dt="2026-02-04T21:53:16.3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awale Abiodun Ogundeji (Dr.)" userId="S::wale@ahfid.org::bf7f3b58-5492-4b16-a9d7-34d40e1eb056" providerId="AD" clId="Web-{6A001E5D-2E17-0749-652C-1A18892185FF}"/>
    <pc:docChg chg="addSld modSld sldOrd">
      <pc:chgData name="Olawale Abiodun Ogundeji (Dr.)" userId="S::wale@ahfid.org::bf7f3b58-5492-4b16-a9d7-34d40e1eb056" providerId="AD" clId="Web-{6A001E5D-2E17-0749-652C-1A18892185FF}" dt="2026-01-29T21:27:36.234" v="1128" actId="14100"/>
      <pc:docMkLst>
        <pc:docMk/>
      </pc:docMkLst>
      <pc:sldChg chg="modSp">
        <pc:chgData name="Olawale Abiodun Ogundeji (Dr.)" userId="S::wale@ahfid.org::bf7f3b58-5492-4b16-a9d7-34d40e1eb056" providerId="AD" clId="Web-{6A001E5D-2E17-0749-652C-1A18892185FF}" dt="2026-01-28T13:04:02.086" v="0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6A001E5D-2E17-0749-652C-1A18892185FF}" dt="2026-01-28T13:04:02.086" v="0" actId="20577"/>
          <ac:spMkLst>
            <pc:docMk/>
            <pc:sldMk cId="0" sldId="257"/>
            <ac:spMk id="3" creationId="{9FC1A636-E70D-E210-F2FB-993CA5152805}"/>
          </ac:spMkLst>
        </pc:spChg>
      </pc:sldChg>
      <pc:sldChg chg="delSp modSp">
        <pc:chgData name="Olawale Abiodun Ogundeji (Dr.)" userId="S::wale@ahfid.org::bf7f3b58-5492-4b16-a9d7-34d40e1eb056" providerId="AD" clId="Web-{6A001E5D-2E17-0749-652C-1A18892185FF}" dt="2026-01-28T14:52:46.791" v="344" actId="20577"/>
        <pc:sldMkLst>
          <pc:docMk/>
          <pc:sldMk cId="0" sldId="260"/>
        </pc:sldMkLst>
        <pc:spChg chg="mod">
          <ac:chgData name="Olawale Abiodun Ogundeji (Dr.)" userId="S::wale@ahfid.org::bf7f3b58-5492-4b16-a9d7-34d40e1eb056" providerId="AD" clId="Web-{6A001E5D-2E17-0749-652C-1A18892185FF}" dt="2026-01-28T14:52:46.791" v="344" actId="20577"/>
          <ac:spMkLst>
            <pc:docMk/>
            <pc:sldMk cId="0" sldId="260"/>
            <ac:spMk id="3" creationId="{E027D56F-6A20-5C99-E8DE-9713F5C3E7A4}"/>
          </ac:spMkLst>
        </pc:spChg>
      </pc:sldChg>
      <pc:sldChg chg="addSp delSp modSp">
        <pc:chgData name="Olawale Abiodun Ogundeji (Dr.)" userId="S::wale@ahfid.org::bf7f3b58-5492-4b16-a9d7-34d40e1eb056" providerId="AD" clId="Web-{6A001E5D-2E17-0749-652C-1A18892185FF}" dt="2026-01-29T21:21:57.095" v="1117" actId="14100"/>
        <pc:sldMkLst>
          <pc:docMk/>
          <pc:sldMk cId="0" sldId="264"/>
        </pc:sldMkLst>
        <pc:spChg chg="add mod">
          <ac:chgData name="Olawale Abiodun Ogundeji (Dr.)" userId="S::wale@ahfid.org::bf7f3b58-5492-4b16-a9d7-34d40e1eb056" providerId="AD" clId="Web-{6A001E5D-2E17-0749-652C-1A18892185FF}" dt="2026-01-29T21:21:57.095" v="1117" actId="14100"/>
          <ac:spMkLst>
            <pc:docMk/>
            <pc:sldMk cId="0" sldId="264"/>
            <ac:spMk id="3" creationId="{A69D530E-CDF4-0AB8-DD55-FE9A8025841A}"/>
          </ac:spMkLst>
        </pc:spChg>
        <pc:spChg chg="add mod">
          <ac:chgData name="Olawale Abiodun Ogundeji (Dr.)" userId="S::wale@ahfid.org::bf7f3b58-5492-4b16-a9d7-34d40e1eb056" providerId="AD" clId="Web-{6A001E5D-2E17-0749-652C-1A18892185FF}" dt="2026-01-29T16:10:21.259" v="842" actId="14100"/>
          <ac:spMkLst>
            <pc:docMk/>
            <pc:sldMk cId="0" sldId="264"/>
            <ac:spMk id="4" creationId="{B440D686-DC9D-8EFF-31B9-E3E4DCD80F99}"/>
          </ac:spMkLst>
        </pc:spChg>
      </pc:sldChg>
      <pc:sldChg chg="addSp modSp">
        <pc:chgData name="Olawale Abiodun Ogundeji (Dr.)" userId="S::wale@ahfid.org::bf7f3b58-5492-4b16-a9d7-34d40e1eb056" providerId="AD" clId="Web-{6A001E5D-2E17-0749-652C-1A18892185FF}" dt="2026-01-28T13:07:52.972" v="50" actId="20577"/>
        <pc:sldMkLst>
          <pc:docMk/>
          <pc:sldMk cId="2768235767" sldId="280"/>
        </pc:sldMkLst>
        <pc:spChg chg="add mod">
          <ac:chgData name="Olawale Abiodun Ogundeji (Dr.)" userId="S::wale@ahfid.org::bf7f3b58-5492-4b16-a9d7-34d40e1eb056" providerId="AD" clId="Web-{6A001E5D-2E17-0749-652C-1A18892185FF}" dt="2026-01-28T13:07:52.972" v="50" actId="20577"/>
          <ac:spMkLst>
            <pc:docMk/>
            <pc:sldMk cId="2768235767" sldId="280"/>
            <ac:spMk id="4" creationId="{63C9C1FC-64E3-F489-ADF7-CD0AB08644BD}"/>
          </ac:spMkLst>
        </pc:spChg>
      </pc:sldChg>
      <pc:sldChg chg="addSp delSp modSp add replId">
        <pc:chgData name="Olawale Abiodun Ogundeji (Dr.)" userId="S::wale@ahfid.org::bf7f3b58-5492-4b16-a9d7-34d40e1eb056" providerId="AD" clId="Web-{6A001E5D-2E17-0749-652C-1A18892185FF}" dt="2026-01-29T14:06:46.695" v="726" actId="1076"/>
        <pc:sldMkLst>
          <pc:docMk/>
          <pc:sldMk cId="1066914800" sldId="281"/>
        </pc:sldMkLst>
        <pc:spChg chg="mod">
          <ac:chgData name="Olawale Abiodun Ogundeji (Dr.)" userId="S::wale@ahfid.org::bf7f3b58-5492-4b16-a9d7-34d40e1eb056" providerId="AD" clId="Web-{6A001E5D-2E17-0749-652C-1A18892185FF}" dt="2026-01-28T14:53:05.558" v="347" actId="20577"/>
          <ac:spMkLst>
            <pc:docMk/>
            <pc:sldMk cId="1066914800" sldId="281"/>
            <ac:spMk id="3" creationId="{88527B40-5BC3-62B0-3743-ECEA138D473F}"/>
          </ac:spMkLst>
        </pc:spChg>
      </pc:sldChg>
    </pc:docChg>
  </pc:docChgLst>
  <pc:docChgLst>
    <pc:chgData name="Olawale Abiodun Ogundeji (Dr.)" userId="S::wale@ahfid.org::bf7f3b58-5492-4b16-a9d7-34d40e1eb056" providerId="AD" clId="Web-{A7211C2E-F893-3B03-99B7-F1E9D41D54CF}"/>
    <pc:docChg chg="addSld delSld modSld">
      <pc:chgData name="Olawale Abiodun Ogundeji (Dr.)" userId="S::wale@ahfid.org::bf7f3b58-5492-4b16-a9d7-34d40e1eb056" providerId="AD" clId="Web-{A7211C2E-F893-3B03-99B7-F1E9D41D54CF}" dt="2026-02-04T21:53:14.546" v="583" actId="20577"/>
      <pc:docMkLst>
        <pc:docMk/>
      </pc:docMkLst>
      <pc:sldChg chg="modSp">
        <pc:chgData name="Olawale Abiodun Ogundeji (Dr.)" userId="S::wale@ahfid.org::bf7f3b58-5492-4b16-a9d7-34d40e1eb056" providerId="AD" clId="Web-{A7211C2E-F893-3B03-99B7-F1E9D41D54CF}" dt="2026-02-04T20:53:42.696" v="51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A7211C2E-F893-3B03-99B7-F1E9D41D54CF}" dt="2026-02-04T20:53:42.696" v="51" actId="20577"/>
          <ac:spMkLst>
            <pc:docMk/>
            <pc:sldMk cId="0" sldId="257"/>
            <ac:spMk id="3" creationId="{9FC1A636-E70D-E210-F2FB-993CA5152805}"/>
          </ac:spMkLst>
        </pc:spChg>
      </pc:sldChg>
      <pc:sldChg chg="modSp">
        <pc:chgData name="Olawale Abiodun Ogundeji (Dr.)" userId="S::wale@ahfid.org::bf7f3b58-5492-4b16-a9d7-34d40e1eb056" providerId="AD" clId="Web-{A7211C2E-F893-3B03-99B7-F1E9D41D54CF}" dt="2026-02-04T20:57:08.856" v="65" actId="20577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A7211C2E-F893-3B03-99B7-F1E9D41D54CF}" dt="2026-02-04T20:55:23.370" v="53" actId="20577"/>
          <ac:spMkLst>
            <pc:docMk/>
            <pc:sldMk cId="0" sldId="259"/>
            <ac:spMk id="3" creationId="{3EDAD1F7-BB38-C95D-7ECE-AAB912129DEF}"/>
          </ac:spMkLst>
        </pc:spChg>
        <pc:spChg chg="mod">
          <ac:chgData name="Olawale Abiodun Ogundeji (Dr.)" userId="S::wale@ahfid.org::bf7f3b58-5492-4b16-a9d7-34d40e1eb056" providerId="AD" clId="Web-{A7211C2E-F893-3B03-99B7-F1E9D41D54CF}" dt="2026-02-04T20:57:08.856" v="65" actId="20577"/>
          <ac:spMkLst>
            <pc:docMk/>
            <pc:sldMk cId="0" sldId="259"/>
            <ac:spMk id="4" creationId="{AB6FD9B8-82F3-3021-C31F-6B268285D27A}"/>
          </ac:spMkLst>
        </pc:spChg>
      </pc:sldChg>
      <pc:sldChg chg="addSp delSp modSp">
        <pc:chgData name="Olawale Abiodun Ogundeji (Dr.)" userId="S::wale@ahfid.org::bf7f3b58-5492-4b16-a9d7-34d40e1eb056" providerId="AD" clId="Web-{A7211C2E-F893-3B03-99B7-F1E9D41D54CF}" dt="2026-02-04T21:16:31.835" v="226"/>
        <pc:sldMkLst>
          <pc:docMk/>
          <pc:sldMk cId="0" sldId="260"/>
        </pc:sldMkLst>
        <pc:spChg chg="del">
          <ac:chgData name="Olawale Abiodun Ogundeji (Dr.)" userId="S::wale@ahfid.org::bf7f3b58-5492-4b16-a9d7-34d40e1eb056" providerId="AD" clId="Web-{A7211C2E-F893-3B03-99B7-F1E9D41D54CF}" dt="2026-02-04T21:16:28.616" v="225"/>
          <ac:spMkLst>
            <pc:docMk/>
            <pc:sldMk cId="0" sldId="260"/>
            <ac:spMk id="4" creationId="{57A66C1E-2693-4AAC-20F2-DFB737E16AA9}"/>
          </ac:spMkLst>
        </pc:spChg>
        <pc:picChg chg="del">
          <ac:chgData name="Olawale Abiodun Ogundeji (Dr.)" userId="S::wale@ahfid.org::bf7f3b58-5492-4b16-a9d7-34d40e1eb056" providerId="AD" clId="Web-{A7211C2E-F893-3B03-99B7-F1E9D41D54CF}" dt="2026-02-04T21:16:15.241" v="222"/>
          <ac:picMkLst>
            <pc:docMk/>
            <pc:sldMk cId="0" sldId="260"/>
            <ac:picMk id="2" creationId="{B902A8BD-AA10-7694-E09C-021962552CD6}"/>
          </ac:picMkLst>
        </pc:picChg>
        <pc:picChg chg="add del mod">
          <ac:chgData name="Olawale Abiodun Ogundeji (Dr.)" userId="S::wale@ahfid.org::bf7f3b58-5492-4b16-a9d7-34d40e1eb056" providerId="AD" clId="Web-{A7211C2E-F893-3B03-99B7-F1E9D41D54CF}" dt="2026-02-04T21:16:25.007" v="224"/>
          <ac:picMkLst>
            <pc:docMk/>
            <pc:sldMk cId="0" sldId="260"/>
            <ac:picMk id="5" creationId="{110EC6C6-FD3B-9BDB-F06C-5AA9C457E0AA}"/>
          </ac:picMkLst>
        </pc:picChg>
        <pc:picChg chg="add mod">
          <ac:chgData name="Olawale Abiodun Ogundeji (Dr.)" userId="S::wale@ahfid.org::bf7f3b58-5492-4b16-a9d7-34d40e1eb056" providerId="AD" clId="Web-{A7211C2E-F893-3B03-99B7-F1E9D41D54CF}" dt="2026-02-04T21:16:31.835" v="226"/>
          <ac:picMkLst>
            <pc:docMk/>
            <pc:sldMk cId="0" sldId="260"/>
            <ac:picMk id="6" creationId="{26465FCC-6B97-D1C2-ADEC-9CB86A0C4664}"/>
          </ac:picMkLst>
        </pc:picChg>
      </pc:sldChg>
      <pc:sldChg chg="del">
        <pc:chgData name="Olawale Abiodun Ogundeji (Dr.)" userId="S::wale@ahfid.org::bf7f3b58-5492-4b16-a9d7-34d40e1eb056" providerId="AD" clId="Web-{A7211C2E-F893-3B03-99B7-F1E9D41D54CF}" dt="2026-02-04T21:51:21.074" v="559"/>
        <pc:sldMkLst>
          <pc:docMk/>
          <pc:sldMk cId="0" sldId="261"/>
        </pc:sldMkLst>
      </pc:sldChg>
      <pc:sldChg chg="modSp">
        <pc:chgData name="Olawale Abiodun Ogundeji (Dr.)" userId="S::wale@ahfid.org::bf7f3b58-5492-4b16-a9d7-34d40e1eb056" providerId="AD" clId="Web-{A7211C2E-F893-3B03-99B7-F1E9D41D54CF}" dt="2026-02-04T21:51:53.606" v="565" actId="20577"/>
        <pc:sldMkLst>
          <pc:docMk/>
          <pc:sldMk cId="0" sldId="264"/>
        </pc:sldMkLst>
        <pc:spChg chg="mod">
          <ac:chgData name="Olawale Abiodun Ogundeji (Dr.)" userId="S::wale@ahfid.org::bf7f3b58-5492-4b16-a9d7-34d40e1eb056" providerId="AD" clId="Web-{A7211C2E-F893-3B03-99B7-F1E9D41D54CF}" dt="2026-02-04T21:51:53.606" v="565" actId="20577"/>
          <ac:spMkLst>
            <pc:docMk/>
            <pc:sldMk cId="0" sldId="264"/>
            <ac:spMk id="3" creationId="{A69D530E-CDF4-0AB8-DD55-FE9A8025841A}"/>
          </ac:spMkLst>
        </pc:spChg>
        <pc:spChg chg="mod">
          <ac:chgData name="Olawale Abiodun Ogundeji (Dr.)" userId="S::wale@ahfid.org::bf7f3b58-5492-4b16-a9d7-34d40e1eb056" providerId="AD" clId="Web-{A7211C2E-F893-3B03-99B7-F1E9D41D54CF}" dt="2026-02-04T21:39:16.248" v="472" actId="20577"/>
          <ac:spMkLst>
            <pc:docMk/>
            <pc:sldMk cId="0" sldId="264"/>
            <ac:spMk id="4" creationId="{B440D686-DC9D-8EFF-31B9-E3E4DCD80F99}"/>
          </ac:spMkLst>
        </pc:spChg>
      </pc:sldChg>
      <pc:sldChg chg="modSp">
        <pc:chgData name="Olawale Abiodun Ogundeji (Dr.)" userId="S::wale@ahfid.org::bf7f3b58-5492-4b16-a9d7-34d40e1eb056" providerId="AD" clId="Web-{A7211C2E-F893-3B03-99B7-F1E9D41D54CF}" dt="2026-02-04T21:05:23.031" v="123" actId="20577"/>
        <pc:sldMkLst>
          <pc:docMk/>
          <pc:sldMk cId="316734042" sldId="279"/>
        </pc:sldMkLst>
        <pc:spChg chg="mod">
          <ac:chgData name="Olawale Abiodun Ogundeji (Dr.)" userId="S::wale@ahfid.org::bf7f3b58-5492-4b16-a9d7-34d40e1eb056" providerId="AD" clId="Web-{A7211C2E-F893-3B03-99B7-F1E9D41D54CF}" dt="2026-02-04T20:58:29.029" v="69" actId="1076"/>
          <ac:spMkLst>
            <pc:docMk/>
            <pc:sldMk cId="316734042" sldId="279"/>
            <ac:spMk id="3" creationId="{CE12020B-B16B-503A-3FCF-44BFBD11530F}"/>
          </ac:spMkLst>
        </pc:spChg>
        <pc:spChg chg="mod">
          <ac:chgData name="Olawale Abiodun Ogundeji (Dr.)" userId="S::wale@ahfid.org::bf7f3b58-5492-4b16-a9d7-34d40e1eb056" providerId="AD" clId="Web-{A7211C2E-F893-3B03-99B7-F1E9D41D54CF}" dt="2026-02-04T21:05:23.031" v="123" actId="20577"/>
          <ac:spMkLst>
            <pc:docMk/>
            <pc:sldMk cId="316734042" sldId="279"/>
            <ac:spMk id="5" creationId="{5EBFD6E8-4299-C52C-A38E-753B58AA3832}"/>
          </ac:spMkLst>
        </pc:spChg>
      </pc:sldChg>
      <pc:sldChg chg="addSp delSp modSp">
        <pc:chgData name="Olawale Abiodun Ogundeji (Dr.)" userId="S::wale@ahfid.org::bf7f3b58-5492-4b16-a9d7-34d40e1eb056" providerId="AD" clId="Web-{A7211C2E-F893-3B03-99B7-F1E9D41D54CF}" dt="2026-02-04T21:15:15.584" v="221" actId="20577"/>
        <pc:sldMkLst>
          <pc:docMk/>
          <pc:sldMk cId="2768235767" sldId="280"/>
        </pc:sldMkLst>
        <pc:spChg chg="del">
          <ac:chgData name="Olawale Abiodun Ogundeji (Dr.)" userId="S::wale@ahfid.org::bf7f3b58-5492-4b16-a9d7-34d40e1eb056" providerId="AD" clId="Web-{A7211C2E-F893-3B03-99B7-F1E9D41D54CF}" dt="2026-02-04T21:12:58.878" v="207"/>
          <ac:spMkLst>
            <pc:docMk/>
            <pc:sldMk cId="2768235767" sldId="280"/>
            <ac:spMk id="2" creationId="{DF167FBB-5B51-1FEB-2824-DD5E41F4AD3A}"/>
          </ac:spMkLst>
        </pc:spChg>
        <pc:spChg chg="mod">
          <ac:chgData name="Olawale Abiodun Ogundeji (Dr.)" userId="S::wale@ahfid.org::bf7f3b58-5492-4b16-a9d7-34d40e1eb056" providerId="AD" clId="Web-{A7211C2E-F893-3B03-99B7-F1E9D41D54CF}" dt="2026-02-04T21:07:51.602" v="132" actId="20577"/>
          <ac:spMkLst>
            <pc:docMk/>
            <pc:sldMk cId="2768235767" sldId="280"/>
            <ac:spMk id="3" creationId="{330B4ED2-C158-4234-8FAA-211AA047B098}"/>
          </ac:spMkLst>
        </pc:spChg>
        <pc:spChg chg="mod">
          <ac:chgData name="Olawale Abiodun Ogundeji (Dr.)" userId="S::wale@ahfid.org::bf7f3b58-5492-4b16-a9d7-34d40e1eb056" providerId="AD" clId="Web-{A7211C2E-F893-3B03-99B7-F1E9D41D54CF}" dt="2026-02-04T21:15:15.584" v="221" actId="20577"/>
          <ac:spMkLst>
            <pc:docMk/>
            <pc:sldMk cId="2768235767" sldId="280"/>
            <ac:spMk id="4" creationId="{63C9C1FC-64E3-F489-ADF7-CD0AB08644BD}"/>
          </ac:spMkLst>
        </pc:spChg>
        <pc:spChg chg="add del mod">
          <ac:chgData name="Olawale Abiodun Ogundeji (Dr.)" userId="S::wale@ahfid.org::bf7f3b58-5492-4b16-a9d7-34d40e1eb056" providerId="AD" clId="Web-{A7211C2E-F893-3B03-99B7-F1E9D41D54CF}" dt="2026-02-04T21:13:06.097" v="209"/>
          <ac:spMkLst>
            <pc:docMk/>
            <pc:sldMk cId="2768235767" sldId="280"/>
            <ac:spMk id="6" creationId="{7C279747-047B-73C4-9CE6-179C20E9BB30}"/>
          </ac:spMkLst>
        </pc:spChg>
      </pc:sldChg>
      <pc:sldChg chg="modSp">
        <pc:chgData name="Olawale Abiodun Ogundeji (Dr.)" userId="S::wale@ahfid.org::bf7f3b58-5492-4b16-a9d7-34d40e1eb056" providerId="AD" clId="Web-{A7211C2E-F893-3B03-99B7-F1E9D41D54CF}" dt="2026-02-04T21:51:14.620" v="558" actId="20577"/>
        <pc:sldMkLst>
          <pc:docMk/>
          <pc:sldMk cId="1066914800" sldId="281"/>
        </pc:sldMkLst>
        <pc:spChg chg="mod">
          <ac:chgData name="Olawale Abiodun Ogundeji (Dr.)" userId="S::wale@ahfid.org::bf7f3b58-5492-4b16-a9d7-34d40e1eb056" providerId="AD" clId="Web-{A7211C2E-F893-3B03-99B7-F1E9D41D54CF}" dt="2026-02-04T21:51:14.620" v="558" actId="20577"/>
          <ac:spMkLst>
            <pc:docMk/>
            <pc:sldMk cId="1066914800" sldId="281"/>
            <ac:spMk id="2" creationId="{94821204-A0B7-991E-BA22-F18746E80C0F}"/>
          </ac:spMkLst>
        </pc:spChg>
        <pc:spChg chg="mod">
          <ac:chgData name="Olawale Abiodun Ogundeji (Dr.)" userId="S::wale@ahfid.org::bf7f3b58-5492-4b16-a9d7-34d40e1eb056" providerId="AD" clId="Web-{A7211C2E-F893-3B03-99B7-F1E9D41D54CF}" dt="2026-02-04T21:28:31.773" v="306" actId="20577"/>
          <ac:spMkLst>
            <pc:docMk/>
            <pc:sldMk cId="1066914800" sldId="281"/>
            <ac:spMk id="3" creationId="{88527B40-5BC3-62B0-3743-ECEA138D473F}"/>
          </ac:spMkLst>
        </pc:spChg>
      </pc:sldChg>
      <pc:sldChg chg="modSp">
        <pc:chgData name="Olawale Abiodun Ogundeji (Dr.)" userId="S::wale@ahfid.org::bf7f3b58-5492-4b16-a9d7-34d40e1eb056" providerId="AD" clId="Web-{A7211C2E-F893-3B03-99B7-F1E9D41D54CF}" dt="2026-02-04T21:37:51.586" v="461" actId="20577"/>
        <pc:sldMkLst>
          <pc:docMk/>
          <pc:sldMk cId="3575366460" sldId="282"/>
        </pc:sldMkLst>
        <pc:spChg chg="mod">
          <ac:chgData name="Olawale Abiodun Ogundeji (Dr.)" userId="S::wale@ahfid.org::bf7f3b58-5492-4b16-a9d7-34d40e1eb056" providerId="AD" clId="Web-{A7211C2E-F893-3B03-99B7-F1E9D41D54CF}" dt="2026-02-04T21:37:51.586" v="461" actId="20577"/>
          <ac:spMkLst>
            <pc:docMk/>
            <pc:sldMk cId="3575366460" sldId="282"/>
            <ac:spMk id="2" creationId="{19AEC5C4-1E7A-475E-42ED-6D9D093E04E9}"/>
          </ac:spMkLst>
        </pc:spChg>
        <pc:spChg chg="mod">
          <ac:chgData name="Olawale Abiodun Ogundeji (Dr.)" userId="S::wale@ahfid.org::bf7f3b58-5492-4b16-a9d7-34d40e1eb056" providerId="AD" clId="Web-{A7211C2E-F893-3B03-99B7-F1E9D41D54CF}" dt="2026-02-04T21:36:42.849" v="438" actId="20577"/>
          <ac:spMkLst>
            <pc:docMk/>
            <pc:sldMk cId="3575366460" sldId="282"/>
            <ac:spMk id="3" creationId="{50CE4177-C4ED-D431-8B59-1B358A0B3F59}"/>
          </ac:spMkLst>
        </pc:spChg>
      </pc:sldChg>
      <pc:sldChg chg="modSp">
        <pc:chgData name="Olawale Abiodun Ogundeji (Dr.)" userId="S::wale@ahfid.org::bf7f3b58-5492-4b16-a9d7-34d40e1eb056" providerId="AD" clId="Web-{A7211C2E-F893-3B03-99B7-F1E9D41D54CF}" dt="2026-02-04T21:27:29.381" v="305" actId="14100"/>
        <pc:sldMkLst>
          <pc:docMk/>
          <pc:sldMk cId="1545810468" sldId="283"/>
        </pc:sldMkLst>
        <pc:spChg chg="mod">
          <ac:chgData name="Olawale Abiodun Ogundeji (Dr.)" userId="S::wale@ahfid.org::bf7f3b58-5492-4b16-a9d7-34d40e1eb056" providerId="AD" clId="Web-{A7211C2E-F893-3B03-99B7-F1E9D41D54CF}" dt="2026-02-04T21:20:02.327" v="228" actId="20577"/>
          <ac:spMkLst>
            <pc:docMk/>
            <pc:sldMk cId="1545810468" sldId="283"/>
            <ac:spMk id="3" creationId="{673BD813-B597-A646-A715-4F835B792D52}"/>
          </ac:spMkLst>
        </pc:spChg>
        <pc:spChg chg="mod">
          <ac:chgData name="Olawale Abiodun Ogundeji (Dr.)" userId="S::wale@ahfid.org::bf7f3b58-5492-4b16-a9d7-34d40e1eb056" providerId="AD" clId="Web-{A7211C2E-F893-3B03-99B7-F1E9D41D54CF}" dt="2026-02-04T21:27:29.381" v="305" actId="14100"/>
          <ac:spMkLst>
            <pc:docMk/>
            <pc:sldMk cId="1545810468" sldId="283"/>
            <ac:spMk id="5" creationId="{7AB0BE03-132A-9E4F-A11D-98C6956B0695}"/>
          </ac:spMkLst>
        </pc:spChg>
      </pc:sldChg>
      <pc:sldChg chg="modSp add replId">
        <pc:chgData name="Olawale Abiodun Ogundeji (Dr.)" userId="S::wale@ahfid.org::bf7f3b58-5492-4b16-a9d7-34d40e1eb056" providerId="AD" clId="Web-{A7211C2E-F893-3B03-99B7-F1E9D41D54CF}" dt="2026-02-04T21:53:14.546" v="583" actId="20577"/>
        <pc:sldMkLst>
          <pc:docMk/>
          <pc:sldMk cId="2454550736" sldId="284"/>
        </pc:sldMkLst>
        <pc:spChg chg="mod">
          <ac:chgData name="Olawale Abiodun Ogundeji (Dr.)" userId="S::wale@ahfid.org::bf7f3b58-5492-4b16-a9d7-34d40e1eb056" providerId="AD" clId="Web-{A7211C2E-F893-3B03-99B7-F1E9D41D54CF}" dt="2026-02-04T21:53:14.546" v="583" actId="20577"/>
          <ac:spMkLst>
            <pc:docMk/>
            <pc:sldMk cId="2454550736" sldId="284"/>
            <ac:spMk id="2" creationId="{51610E50-FBC5-E5E7-1AB1-49474E886184}"/>
          </ac:spMkLst>
        </pc:spChg>
        <pc:spChg chg="mod">
          <ac:chgData name="Olawale Abiodun Ogundeji (Dr.)" userId="S::wale@ahfid.org::bf7f3b58-5492-4b16-a9d7-34d40e1eb056" providerId="AD" clId="Web-{A7211C2E-F893-3B03-99B7-F1E9D41D54CF}" dt="2026-02-04T21:52:47.747" v="566" actId="20577"/>
          <ac:spMkLst>
            <pc:docMk/>
            <pc:sldMk cId="2454550736" sldId="284"/>
            <ac:spMk id="3" creationId="{01BF829E-38F3-DE3E-8AD1-CAA9ED3E1652}"/>
          </ac:spMkLst>
        </pc:spChg>
      </pc:sldChg>
    </pc:docChg>
  </pc:docChgLst>
  <pc:docChgLst>
    <pc:chgData name="Olawale Abiodun Ogundeji (Dr.)" userId="S::wale@ahfid.org::bf7f3b58-5492-4b16-a9d7-34d40e1eb056" providerId="AD" clId="Web-{C4985DDB-9B9F-B747-366B-F81DE1BBA141}"/>
    <pc:docChg chg="modSld">
      <pc:chgData name="Olawale Abiodun Ogundeji (Dr.)" userId="S::wale@ahfid.org::bf7f3b58-5492-4b16-a9d7-34d40e1eb056" providerId="AD" clId="Web-{C4985DDB-9B9F-B747-366B-F81DE1BBA141}" dt="2026-02-02T10:17:21.171" v="257"/>
      <pc:docMkLst>
        <pc:docMk/>
      </pc:docMkLst>
      <pc:sldChg chg="modSp">
        <pc:chgData name="Olawale Abiodun Ogundeji (Dr.)" userId="S::wale@ahfid.org::bf7f3b58-5492-4b16-a9d7-34d40e1eb056" providerId="AD" clId="Web-{C4985DDB-9B9F-B747-366B-F81DE1BBA141}" dt="2026-02-02T09:45:48.733" v="50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C4985DDB-9B9F-B747-366B-F81DE1BBA141}" dt="2026-02-02T09:45:48.733" v="50" actId="20577"/>
          <ac:spMkLst>
            <pc:docMk/>
            <pc:sldMk cId="0" sldId="257"/>
            <ac:spMk id="3" creationId="{9FC1A636-E70D-E210-F2FB-993CA5152805}"/>
          </ac:spMkLst>
        </pc:spChg>
      </pc:sldChg>
      <pc:sldChg chg="modSp">
        <pc:chgData name="Olawale Abiodun Ogundeji (Dr.)" userId="S::wale@ahfid.org::bf7f3b58-5492-4b16-a9d7-34d40e1eb056" providerId="AD" clId="Web-{C4985DDB-9B9F-B747-366B-F81DE1BBA141}" dt="2026-02-02T09:50:12.088" v="103" actId="20577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C4985DDB-9B9F-B747-366B-F81DE1BBA141}" dt="2026-02-02T09:50:12.088" v="103" actId="20577"/>
          <ac:spMkLst>
            <pc:docMk/>
            <pc:sldMk cId="0" sldId="259"/>
            <ac:spMk id="3" creationId="{3EDAD1F7-BB38-C95D-7ECE-AAB912129DEF}"/>
          </ac:spMkLst>
        </pc:spChg>
        <pc:spChg chg="mod">
          <ac:chgData name="Olawale Abiodun Ogundeji (Dr.)" userId="S::wale@ahfid.org::bf7f3b58-5492-4b16-a9d7-34d40e1eb056" providerId="AD" clId="Web-{C4985DDB-9B9F-B747-366B-F81DE1BBA141}" dt="2026-02-02T09:50:03.023" v="100" actId="20577"/>
          <ac:spMkLst>
            <pc:docMk/>
            <pc:sldMk cId="0" sldId="259"/>
            <ac:spMk id="4" creationId="{AB6FD9B8-82F3-3021-C31F-6B268285D27A}"/>
          </ac:spMkLst>
        </pc:spChg>
      </pc:sldChg>
      <pc:sldChg chg="addSp delSp modSp">
        <pc:chgData name="Olawale Abiodun Ogundeji (Dr.)" userId="S::wale@ahfid.org::bf7f3b58-5492-4b16-a9d7-34d40e1eb056" providerId="AD" clId="Web-{C4985DDB-9B9F-B747-366B-F81DE1BBA141}" dt="2026-02-02T10:17:21.171" v="257"/>
        <pc:sldMkLst>
          <pc:docMk/>
          <pc:sldMk cId="316734042" sldId="279"/>
        </pc:sldMkLst>
        <pc:spChg chg="mod">
          <ac:chgData name="Olawale Abiodun Ogundeji (Dr.)" userId="S::wale@ahfid.org::bf7f3b58-5492-4b16-a9d7-34d40e1eb056" providerId="AD" clId="Web-{C4985DDB-9B9F-B747-366B-F81DE1BBA141}" dt="2026-02-02T09:52:36.433" v="119" actId="14100"/>
          <ac:spMkLst>
            <pc:docMk/>
            <pc:sldMk cId="316734042" sldId="279"/>
            <ac:spMk id="3" creationId="{CE12020B-B16B-503A-3FCF-44BFBD11530F}"/>
          </ac:spMkLst>
        </pc:spChg>
      </pc:sldChg>
    </pc:docChg>
  </pc:docChgLst>
  <pc:docChgLst>
    <pc:chgData name="Olawale Abiodun Ogundeji (Dr.)" userId="S::wale@ahfid.org::bf7f3b58-5492-4b16-a9d7-34d40e1eb056" providerId="AD" clId="Web-{1914E8DD-0A47-7831-CE6F-235AEF630E52}"/>
    <pc:docChg chg="addSld modSld">
      <pc:chgData name="Olawale Abiodun Ogundeji (Dr.)" userId="S::wale@ahfid.org::bf7f3b58-5492-4b16-a9d7-34d40e1eb056" providerId="AD" clId="Web-{1914E8DD-0A47-7831-CE6F-235AEF630E52}" dt="2026-01-28T10:24:33.510" v="529" actId="14100"/>
      <pc:docMkLst>
        <pc:docMk/>
      </pc:docMkLst>
      <pc:sldChg chg="modSp">
        <pc:chgData name="Olawale Abiodun Ogundeji (Dr.)" userId="S::wale@ahfid.org::bf7f3b58-5492-4b16-a9d7-34d40e1eb056" providerId="AD" clId="Web-{1914E8DD-0A47-7831-CE6F-235AEF630E52}" dt="2026-01-27T16:19:59.943" v="83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1914E8DD-0A47-7831-CE6F-235AEF630E52}" dt="2026-01-27T16:19:59.943" v="83" actId="20577"/>
          <ac:spMkLst>
            <pc:docMk/>
            <pc:sldMk cId="0" sldId="257"/>
            <ac:spMk id="3" creationId="{9FC1A636-E70D-E210-F2FB-993CA5152805}"/>
          </ac:spMkLst>
        </pc:spChg>
      </pc:sldChg>
      <pc:sldChg chg="addSp delSp modSp modNotes">
        <pc:chgData name="Olawale Abiodun Ogundeji (Dr.)" userId="S::wale@ahfid.org::bf7f3b58-5492-4b16-a9d7-34d40e1eb056" providerId="AD" clId="Web-{1914E8DD-0A47-7831-CE6F-235AEF630E52}" dt="2026-01-28T09:54:14.021" v="496" actId="20577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1914E8DD-0A47-7831-CE6F-235AEF630E52}" dt="2026-01-28T09:54:14.021" v="496" actId="20577"/>
          <ac:spMkLst>
            <pc:docMk/>
            <pc:sldMk cId="0" sldId="259"/>
            <ac:spMk id="3" creationId="{3EDAD1F7-BB38-C95D-7ECE-AAB912129DEF}"/>
          </ac:spMkLst>
        </pc:spChg>
        <pc:spChg chg="add mod">
          <ac:chgData name="Olawale Abiodun Ogundeji (Dr.)" userId="S::wale@ahfid.org::bf7f3b58-5492-4b16-a9d7-34d40e1eb056" providerId="AD" clId="Web-{1914E8DD-0A47-7831-CE6F-235AEF630E52}" dt="2026-01-28T09:54:02.113" v="494" actId="14100"/>
          <ac:spMkLst>
            <pc:docMk/>
            <pc:sldMk cId="0" sldId="259"/>
            <ac:spMk id="4" creationId="{AB6FD9B8-82F3-3021-C31F-6B268285D27A}"/>
          </ac:spMkLst>
        </pc:spChg>
      </pc:sldChg>
      <pc:sldChg chg="addSp delSp modSp mod modClrScheme chgLayout">
        <pc:chgData name="Olawale Abiodun Ogundeji (Dr.)" userId="S::wale@ahfid.org::bf7f3b58-5492-4b16-a9d7-34d40e1eb056" providerId="AD" clId="Web-{1914E8DD-0A47-7831-CE6F-235AEF630E52}" dt="2026-01-27T17:43:10.890" v="416"/>
        <pc:sldMkLst>
          <pc:docMk/>
          <pc:sldMk cId="0" sldId="260"/>
        </pc:sldMkLst>
        <pc:spChg chg="add del mod">
          <ac:chgData name="Olawale Abiodun Ogundeji (Dr.)" userId="S::wale@ahfid.org::bf7f3b58-5492-4b16-a9d7-34d40e1eb056" providerId="AD" clId="Web-{1914E8DD-0A47-7831-CE6F-235AEF630E52}" dt="2026-01-27T17:16:43.650" v="97" actId="20577"/>
          <ac:spMkLst>
            <pc:docMk/>
            <pc:sldMk cId="0" sldId="260"/>
            <ac:spMk id="3" creationId="{E027D56F-6A20-5C99-E8DE-9713F5C3E7A4}"/>
          </ac:spMkLst>
        </pc:spChg>
      </pc:sldChg>
      <pc:sldChg chg="addSp delSp modSp add replId">
        <pc:chgData name="Olawale Abiodun Ogundeji (Dr.)" userId="S::wale@ahfid.org::bf7f3b58-5492-4b16-a9d7-34d40e1eb056" providerId="AD" clId="Web-{1914E8DD-0A47-7831-CE6F-235AEF630E52}" dt="2026-01-28T10:22:21.595" v="506" actId="1076"/>
        <pc:sldMkLst>
          <pc:docMk/>
          <pc:sldMk cId="316734042" sldId="279"/>
        </pc:sldMkLst>
      </pc:sldChg>
      <pc:sldChg chg="delSp modSp add replId">
        <pc:chgData name="Olawale Abiodun Ogundeji (Dr.)" userId="S::wale@ahfid.org::bf7f3b58-5492-4b16-a9d7-34d40e1eb056" providerId="AD" clId="Web-{1914E8DD-0A47-7831-CE6F-235AEF630E52}" dt="2026-01-28T10:24:33.510" v="529" actId="14100"/>
        <pc:sldMkLst>
          <pc:docMk/>
          <pc:sldMk cId="2768235767" sldId="280"/>
        </pc:sldMkLst>
        <pc:spChg chg="mod">
          <ac:chgData name="Olawale Abiodun Ogundeji (Dr.)" userId="S::wale@ahfid.org::bf7f3b58-5492-4b16-a9d7-34d40e1eb056" providerId="AD" clId="Web-{1914E8DD-0A47-7831-CE6F-235AEF630E52}" dt="2026-01-28T10:24:33.510" v="529" actId="14100"/>
          <ac:spMkLst>
            <pc:docMk/>
            <pc:sldMk cId="2768235767" sldId="280"/>
            <ac:spMk id="3" creationId="{330B4ED2-C158-4234-8FAA-211AA047B098}"/>
          </ac:spMkLst>
        </pc:spChg>
      </pc:sldChg>
    </pc:docChg>
  </pc:docChgLst>
  <pc:docChgLst>
    <pc:chgData name="Olawale Abiodun Ogundeji (Dr.)" userId="S::wale@ahfid.org::bf7f3b58-5492-4b16-a9d7-34d40e1eb056" providerId="AD" clId="Web-{2A16153A-CDF8-7803-AA46-9F215D8FEBDF}"/>
    <pc:docChg chg="addSld modSld">
      <pc:chgData name="Olawale Abiodun Ogundeji (Dr.)" userId="S::wale@ahfid.org::bf7f3b58-5492-4b16-a9d7-34d40e1eb056" providerId="AD" clId="Web-{2A16153A-CDF8-7803-AA46-9F215D8FEBDF}" dt="2026-02-04T15:59:25.060" v="518" actId="20577"/>
      <pc:docMkLst>
        <pc:docMk/>
      </pc:docMkLst>
      <pc:sldChg chg="modSp modNotes">
        <pc:chgData name="Olawale Abiodun Ogundeji (Dr.)" userId="S::wale@ahfid.org::bf7f3b58-5492-4b16-a9d7-34d40e1eb056" providerId="AD" clId="Web-{2A16153A-CDF8-7803-AA46-9F215D8FEBDF}" dt="2026-02-04T15:48:45.043" v="431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2A16153A-CDF8-7803-AA46-9F215D8FEBDF}" dt="2026-02-04T15:48:34.964" v="430" actId="1076"/>
          <ac:spMkLst>
            <pc:docMk/>
            <pc:sldMk cId="0" sldId="259"/>
            <ac:spMk id="4" creationId="{AB6FD9B8-82F3-3021-C31F-6B268285D27A}"/>
          </ac:spMkLst>
        </pc:spChg>
      </pc:sldChg>
      <pc:sldChg chg="modSp modNotes">
        <pc:chgData name="Olawale Abiodun Ogundeji (Dr.)" userId="S::wale@ahfid.org::bf7f3b58-5492-4b16-a9d7-34d40e1eb056" providerId="AD" clId="Web-{2A16153A-CDF8-7803-AA46-9F215D8FEBDF}" dt="2026-02-04T15:56:45.435" v="495" actId="20577"/>
        <pc:sldMkLst>
          <pc:docMk/>
          <pc:sldMk cId="0" sldId="260"/>
        </pc:sldMkLst>
        <pc:spChg chg="mod">
          <ac:chgData name="Olawale Abiodun Ogundeji (Dr.)" userId="S::wale@ahfid.org::bf7f3b58-5492-4b16-a9d7-34d40e1eb056" providerId="AD" clId="Web-{2A16153A-CDF8-7803-AA46-9F215D8FEBDF}" dt="2026-02-04T15:52:40.088" v="469" actId="20577"/>
          <ac:spMkLst>
            <pc:docMk/>
            <pc:sldMk cId="0" sldId="260"/>
            <ac:spMk id="3" creationId="{E027D56F-6A20-5C99-E8DE-9713F5C3E7A4}"/>
          </ac:spMkLst>
        </pc:spChg>
        <pc:spChg chg="mod">
          <ac:chgData name="Olawale Abiodun Ogundeji (Dr.)" userId="S::wale@ahfid.org::bf7f3b58-5492-4b16-a9d7-34d40e1eb056" providerId="AD" clId="Web-{2A16153A-CDF8-7803-AA46-9F215D8FEBDF}" dt="2026-02-04T15:56:45.435" v="495" actId="20577"/>
          <ac:spMkLst>
            <pc:docMk/>
            <pc:sldMk cId="0" sldId="260"/>
            <ac:spMk id="4" creationId="{57A66C1E-2693-4AAC-20F2-DFB737E16AA9}"/>
          </ac:spMkLst>
        </pc:spChg>
        <pc:picChg chg="mod">
          <ac:chgData name="Olawale Abiodun Ogundeji (Dr.)" userId="S::wale@ahfid.org::bf7f3b58-5492-4b16-a9d7-34d40e1eb056" providerId="AD" clId="Web-{2A16153A-CDF8-7803-AA46-9F215D8FEBDF}" dt="2026-02-04T15:52:46.151" v="470" actId="1076"/>
          <ac:picMkLst>
            <pc:docMk/>
            <pc:sldMk cId="0" sldId="260"/>
            <ac:picMk id="2" creationId="{B902A8BD-AA10-7694-E09C-021962552CD6}"/>
          </ac:picMkLst>
        </pc:picChg>
      </pc:sldChg>
      <pc:sldChg chg="modSp">
        <pc:chgData name="Olawale Abiodun Ogundeji (Dr.)" userId="S::wale@ahfid.org::bf7f3b58-5492-4b16-a9d7-34d40e1eb056" providerId="AD" clId="Web-{2A16153A-CDF8-7803-AA46-9F215D8FEBDF}" dt="2026-02-04T15:36:21.722" v="314" actId="20577"/>
        <pc:sldMkLst>
          <pc:docMk/>
          <pc:sldMk cId="0" sldId="261"/>
        </pc:sldMkLst>
        <pc:spChg chg="mod">
          <ac:chgData name="Olawale Abiodun Ogundeji (Dr.)" userId="S::wale@ahfid.org::bf7f3b58-5492-4b16-a9d7-34d40e1eb056" providerId="AD" clId="Web-{2A16153A-CDF8-7803-AA46-9F215D8FEBDF}" dt="2026-02-04T15:36:21.722" v="314" actId="20577"/>
          <ac:spMkLst>
            <pc:docMk/>
            <pc:sldMk cId="0" sldId="261"/>
            <ac:spMk id="2" creationId="{924AA47C-AAEE-6EB0-2A96-0FF7E6D6422B}"/>
          </ac:spMkLst>
        </pc:spChg>
        <pc:spChg chg="mod">
          <ac:chgData name="Olawale Abiodun Ogundeji (Dr.)" userId="S::wale@ahfid.org::bf7f3b58-5492-4b16-a9d7-34d40e1eb056" providerId="AD" clId="Web-{2A16153A-CDF8-7803-AA46-9F215D8FEBDF}" dt="2026-02-04T15:04:49.156" v="18" actId="20577"/>
          <ac:spMkLst>
            <pc:docMk/>
            <pc:sldMk cId="0" sldId="261"/>
            <ac:spMk id="3" creationId="{A3B888E1-21A9-92DA-0EF7-71449DF77B72}"/>
          </ac:spMkLst>
        </pc:spChg>
      </pc:sldChg>
      <pc:sldChg chg="modSp">
        <pc:chgData name="Olawale Abiodun Ogundeji (Dr.)" userId="S::wale@ahfid.org::bf7f3b58-5492-4b16-a9d7-34d40e1eb056" providerId="AD" clId="Web-{2A16153A-CDF8-7803-AA46-9F215D8FEBDF}" dt="2026-02-04T15:35:44.752" v="309" actId="20577"/>
        <pc:sldMkLst>
          <pc:docMk/>
          <pc:sldMk cId="0" sldId="264"/>
        </pc:sldMkLst>
        <pc:spChg chg="mod">
          <ac:chgData name="Olawale Abiodun Ogundeji (Dr.)" userId="S::wale@ahfid.org::bf7f3b58-5492-4b16-a9d7-34d40e1eb056" providerId="AD" clId="Web-{2A16153A-CDF8-7803-AA46-9F215D8FEBDF}" dt="2026-02-04T15:35:44.752" v="309" actId="20577"/>
          <ac:spMkLst>
            <pc:docMk/>
            <pc:sldMk cId="0" sldId="264"/>
            <ac:spMk id="3" creationId="{A69D530E-CDF4-0AB8-DD55-FE9A8025841A}"/>
          </ac:spMkLst>
        </pc:spChg>
      </pc:sldChg>
      <pc:sldChg chg="modSp">
        <pc:chgData name="Olawale Abiodun Ogundeji (Dr.)" userId="S::wale@ahfid.org::bf7f3b58-5492-4b16-a9d7-34d40e1eb056" providerId="AD" clId="Web-{2A16153A-CDF8-7803-AA46-9F215D8FEBDF}" dt="2026-02-04T15:51:34.430" v="459" actId="20577"/>
        <pc:sldMkLst>
          <pc:docMk/>
          <pc:sldMk cId="316734042" sldId="279"/>
        </pc:sldMkLst>
        <pc:spChg chg="mod">
          <ac:chgData name="Olawale Abiodun Ogundeji (Dr.)" userId="S::wale@ahfid.org::bf7f3b58-5492-4b16-a9d7-34d40e1eb056" providerId="AD" clId="Web-{2A16153A-CDF8-7803-AA46-9F215D8FEBDF}" dt="2026-02-04T15:49:11.372" v="434" actId="20577"/>
          <ac:spMkLst>
            <pc:docMk/>
            <pc:sldMk cId="316734042" sldId="279"/>
            <ac:spMk id="3" creationId="{CE12020B-B16B-503A-3FCF-44BFBD11530F}"/>
          </ac:spMkLst>
        </pc:spChg>
        <pc:spChg chg="mod">
          <ac:chgData name="Olawale Abiodun Ogundeji (Dr.)" userId="S::wale@ahfid.org::bf7f3b58-5492-4b16-a9d7-34d40e1eb056" providerId="AD" clId="Web-{2A16153A-CDF8-7803-AA46-9F215D8FEBDF}" dt="2026-02-04T15:51:34.430" v="459" actId="20577"/>
          <ac:spMkLst>
            <pc:docMk/>
            <pc:sldMk cId="316734042" sldId="279"/>
            <ac:spMk id="5" creationId="{5EBFD6E8-4299-C52C-A38E-753B58AA3832}"/>
          </ac:spMkLst>
        </pc:spChg>
      </pc:sldChg>
      <pc:sldChg chg="modSp modNotes">
        <pc:chgData name="Olawale Abiodun Ogundeji (Dr.)" userId="S::wale@ahfid.org::bf7f3b58-5492-4b16-a9d7-34d40e1eb056" providerId="AD" clId="Web-{2A16153A-CDF8-7803-AA46-9F215D8FEBDF}" dt="2026-02-04T15:43:17.664" v="380" actId="20577"/>
        <pc:sldMkLst>
          <pc:docMk/>
          <pc:sldMk cId="2768235767" sldId="280"/>
        </pc:sldMkLst>
        <pc:spChg chg="mod">
          <ac:chgData name="Olawale Abiodun Ogundeji (Dr.)" userId="S::wale@ahfid.org::bf7f3b58-5492-4b16-a9d7-34d40e1eb056" providerId="AD" clId="Web-{2A16153A-CDF8-7803-AA46-9F215D8FEBDF}" dt="2026-02-04T15:41:50.913" v="357" actId="20577"/>
          <ac:spMkLst>
            <pc:docMk/>
            <pc:sldMk cId="2768235767" sldId="280"/>
            <ac:spMk id="3" creationId="{330B4ED2-C158-4234-8FAA-211AA047B098}"/>
          </ac:spMkLst>
        </pc:spChg>
        <pc:spChg chg="mod">
          <ac:chgData name="Olawale Abiodun Ogundeji (Dr.)" userId="S::wale@ahfid.org::bf7f3b58-5492-4b16-a9d7-34d40e1eb056" providerId="AD" clId="Web-{2A16153A-CDF8-7803-AA46-9F215D8FEBDF}" dt="2026-02-04T15:43:17.664" v="380" actId="20577"/>
          <ac:spMkLst>
            <pc:docMk/>
            <pc:sldMk cId="2768235767" sldId="280"/>
            <ac:spMk id="4" creationId="{63C9C1FC-64E3-F489-ADF7-CD0AB08644BD}"/>
          </ac:spMkLst>
        </pc:spChg>
      </pc:sldChg>
      <pc:sldChg chg="modSp">
        <pc:chgData name="Olawale Abiodun Ogundeji (Dr.)" userId="S::wale@ahfid.org::bf7f3b58-5492-4b16-a9d7-34d40e1eb056" providerId="AD" clId="Web-{2A16153A-CDF8-7803-AA46-9F215D8FEBDF}" dt="2026-02-04T15:37:57.741" v="326" actId="20577"/>
        <pc:sldMkLst>
          <pc:docMk/>
          <pc:sldMk cId="1066914800" sldId="281"/>
        </pc:sldMkLst>
        <pc:spChg chg="mod">
          <ac:chgData name="Olawale Abiodun Ogundeji (Dr.)" userId="S::wale@ahfid.org::bf7f3b58-5492-4b16-a9d7-34d40e1eb056" providerId="AD" clId="Web-{2A16153A-CDF8-7803-AA46-9F215D8FEBDF}" dt="2026-02-04T15:15:20.260" v="182" actId="20577"/>
          <ac:spMkLst>
            <pc:docMk/>
            <pc:sldMk cId="1066914800" sldId="281"/>
            <ac:spMk id="2" creationId="{94821204-A0B7-991E-BA22-F18746E80C0F}"/>
          </ac:spMkLst>
        </pc:spChg>
        <pc:spChg chg="mod">
          <ac:chgData name="Olawale Abiodun Ogundeji (Dr.)" userId="S::wale@ahfid.org::bf7f3b58-5492-4b16-a9d7-34d40e1eb056" providerId="AD" clId="Web-{2A16153A-CDF8-7803-AA46-9F215D8FEBDF}" dt="2026-02-04T15:37:57.741" v="326" actId="20577"/>
          <ac:spMkLst>
            <pc:docMk/>
            <pc:sldMk cId="1066914800" sldId="281"/>
            <ac:spMk id="3" creationId="{88527B40-5BC3-62B0-3743-ECEA138D473F}"/>
          </ac:spMkLst>
        </pc:spChg>
      </pc:sldChg>
      <pc:sldChg chg="modSp">
        <pc:chgData name="Olawale Abiodun Ogundeji (Dr.)" userId="S::wale@ahfid.org::bf7f3b58-5492-4b16-a9d7-34d40e1eb056" providerId="AD" clId="Web-{2A16153A-CDF8-7803-AA46-9F215D8FEBDF}" dt="2026-02-04T15:33:03.844" v="289" actId="20577"/>
        <pc:sldMkLst>
          <pc:docMk/>
          <pc:sldMk cId="3575366460" sldId="282"/>
        </pc:sldMkLst>
        <pc:spChg chg="mod">
          <ac:chgData name="Olawale Abiodun Ogundeji (Dr.)" userId="S::wale@ahfid.org::bf7f3b58-5492-4b16-a9d7-34d40e1eb056" providerId="AD" clId="Web-{2A16153A-CDF8-7803-AA46-9F215D8FEBDF}" dt="2026-02-04T15:33:03.844" v="289" actId="20577"/>
          <ac:spMkLst>
            <pc:docMk/>
            <pc:sldMk cId="3575366460" sldId="282"/>
            <ac:spMk id="2" creationId="{19AEC5C4-1E7A-475E-42ED-6D9D093E04E9}"/>
          </ac:spMkLst>
        </pc:spChg>
      </pc:sldChg>
      <pc:sldChg chg="addSp delSp modSp add replId">
        <pc:chgData name="Olawale Abiodun Ogundeji (Dr.)" userId="S::wale@ahfid.org::bf7f3b58-5492-4b16-a9d7-34d40e1eb056" providerId="AD" clId="Web-{2A16153A-CDF8-7803-AA46-9F215D8FEBDF}" dt="2026-02-04T15:59:25.060" v="518" actId="20577"/>
        <pc:sldMkLst>
          <pc:docMk/>
          <pc:sldMk cId="1545810468" sldId="283"/>
        </pc:sldMkLst>
        <pc:spChg chg="mod">
          <ac:chgData name="Olawale Abiodun Ogundeji (Dr.)" userId="S::wale@ahfid.org::bf7f3b58-5492-4b16-a9d7-34d40e1eb056" providerId="AD" clId="Web-{2A16153A-CDF8-7803-AA46-9F215D8FEBDF}" dt="2026-02-04T15:57:04.872" v="498" actId="20577"/>
          <ac:spMkLst>
            <pc:docMk/>
            <pc:sldMk cId="1545810468" sldId="283"/>
            <ac:spMk id="3" creationId="{673BD813-B597-A646-A715-4F835B792D52}"/>
          </ac:spMkLst>
        </pc:spChg>
        <pc:spChg chg="del">
          <ac:chgData name="Olawale Abiodun Ogundeji (Dr.)" userId="S::wale@ahfid.org::bf7f3b58-5492-4b16-a9d7-34d40e1eb056" providerId="AD" clId="Web-{2A16153A-CDF8-7803-AA46-9F215D8FEBDF}" dt="2026-02-04T15:57:13.247" v="500"/>
          <ac:spMkLst>
            <pc:docMk/>
            <pc:sldMk cId="1545810468" sldId="283"/>
            <ac:spMk id="4" creationId="{43B99CBE-1F18-A7BF-ADCF-D60108164A67}"/>
          </ac:spMkLst>
        </pc:spChg>
        <pc:spChg chg="add mod">
          <ac:chgData name="Olawale Abiodun Ogundeji (Dr.)" userId="S::wale@ahfid.org::bf7f3b58-5492-4b16-a9d7-34d40e1eb056" providerId="AD" clId="Web-{2A16153A-CDF8-7803-AA46-9F215D8FEBDF}" dt="2026-02-04T15:59:25.060" v="518" actId="20577"/>
          <ac:spMkLst>
            <pc:docMk/>
            <pc:sldMk cId="1545810468" sldId="283"/>
            <ac:spMk id="5" creationId="{7AB0BE03-132A-9E4F-A11D-98C6956B0695}"/>
          </ac:spMkLst>
        </pc:spChg>
        <pc:picChg chg="del">
          <ac:chgData name="Olawale Abiodun Ogundeji (Dr.)" userId="S::wale@ahfid.org::bf7f3b58-5492-4b16-a9d7-34d40e1eb056" providerId="AD" clId="Web-{2A16153A-CDF8-7803-AA46-9F215D8FEBDF}" dt="2026-02-04T15:57:08.966" v="499"/>
          <ac:picMkLst>
            <pc:docMk/>
            <pc:sldMk cId="1545810468" sldId="283"/>
            <ac:picMk id="2" creationId="{0F0EE793-B7BB-A172-2AD5-E504CFD07901}"/>
          </ac:picMkLst>
        </pc:picChg>
      </pc:sldChg>
    </pc:docChg>
  </pc:docChgLst>
  <pc:docChgLst>
    <pc:chgData name="Olawale Abiodun Ogundeji (Dr.)" userId="S::wale@ahfid.org::bf7f3b58-5492-4b16-a9d7-34d40e1eb056" providerId="AD" clId="Web-{1F7B7EBB-3B93-961F-2D7F-837100D6AF37}"/>
    <pc:docChg chg="addSld delSld modSld">
      <pc:chgData name="Olawale Abiodun Ogundeji (Dr.)" userId="S::wale@ahfid.org::bf7f3b58-5492-4b16-a9d7-34d40e1eb056" providerId="AD" clId="Web-{1F7B7EBB-3B93-961F-2D7F-837100D6AF37}" dt="2026-02-04T14:56:30.265" v="367"/>
      <pc:docMkLst>
        <pc:docMk/>
      </pc:docMkLst>
      <pc:sldChg chg="modSp">
        <pc:chgData name="Olawale Abiodun Ogundeji (Dr.)" userId="S::wale@ahfid.org::bf7f3b58-5492-4b16-a9d7-34d40e1eb056" providerId="AD" clId="Web-{1F7B7EBB-3B93-961F-2D7F-837100D6AF37}" dt="2026-02-04T14:21:49.870" v="88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1F7B7EBB-3B93-961F-2D7F-837100D6AF37}" dt="2026-02-04T14:21:49.870" v="88" actId="20577"/>
          <ac:spMkLst>
            <pc:docMk/>
            <pc:sldMk cId="0" sldId="257"/>
            <ac:spMk id="3" creationId="{9FC1A636-E70D-E210-F2FB-993CA5152805}"/>
          </ac:spMkLst>
        </pc:spChg>
      </pc:sldChg>
      <pc:sldChg chg="modSp">
        <pc:chgData name="Olawale Abiodun Ogundeji (Dr.)" userId="S::wale@ahfid.org::bf7f3b58-5492-4b16-a9d7-34d40e1eb056" providerId="AD" clId="Web-{1F7B7EBB-3B93-961F-2D7F-837100D6AF37}" dt="2026-02-04T14:28:15.802" v="122" actId="20577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1F7B7EBB-3B93-961F-2D7F-837100D6AF37}" dt="2026-02-04T14:24:00.968" v="92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Olawale Abiodun Ogundeji (Dr.)" userId="S::wale@ahfid.org::bf7f3b58-5492-4b16-a9d7-34d40e1eb056" providerId="AD" clId="Web-{1F7B7EBB-3B93-961F-2D7F-837100D6AF37}" dt="2026-02-04T14:23:48.733" v="91" actId="20577"/>
          <ac:spMkLst>
            <pc:docMk/>
            <pc:sldMk cId="0" sldId="259"/>
            <ac:spMk id="3" creationId="{3EDAD1F7-BB38-C95D-7ECE-AAB912129DEF}"/>
          </ac:spMkLst>
        </pc:spChg>
        <pc:spChg chg="mod">
          <ac:chgData name="Olawale Abiodun Ogundeji (Dr.)" userId="S::wale@ahfid.org::bf7f3b58-5492-4b16-a9d7-34d40e1eb056" providerId="AD" clId="Web-{1F7B7EBB-3B93-961F-2D7F-837100D6AF37}" dt="2026-02-04T14:28:15.802" v="122" actId="20577"/>
          <ac:spMkLst>
            <pc:docMk/>
            <pc:sldMk cId="0" sldId="259"/>
            <ac:spMk id="4" creationId="{AB6FD9B8-82F3-3021-C31F-6B268285D27A}"/>
          </ac:spMkLst>
        </pc:spChg>
      </pc:sldChg>
      <pc:sldChg chg="addSp delSp modSp">
        <pc:chgData name="Olawale Abiodun Ogundeji (Dr.)" userId="S::wale@ahfid.org::bf7f3b58-5492-4b16-a9d7-34d40e1eb056" providerId="AD" clId="Web-{1F7B7EBB-3B93-961F-2D7F-837100D6AF37}" dt="2026-02-04T14:36:05.528" v="210" actId="20577"/>
        <pc:sldMkLst>
          <pc:docMk/>
          <pc:sldMk cId="0" sldId="260"/>
        </pc:sldMkLst>
        <pc:spChg chg="mod">
          <ac:chgData name="Olawale Abiodun Ogundeji (Dr.)" userId="S::wale@ahfid.org::bf7f3b58-5492-4b16-a9d7-34d40e1eb056" providerId="AD" clId="Web-{1F7B7EBB-3B93-961F-2D7F-837100D6AF37}" dt="2026-02-04T14:34:57.025" v="203" actId="20577"/>
          <ac:spMkLst>
            <pc:docMk/>
            <pc:sldMk cId="0" sldId="260"/>
            <ac:spMk id="3" creationId="{E027D56F-6A20-5C99-E8DE-9713F5C3E7A4}"/>
          </ac:spMkLst>
        </pc:spChg>
        <pc:spChg chg="add mod">
          <ac:chgData name="Olawale Abiodun Ogundeji (Dr.)" userId="S::wale@ahfid.org::bf7f3b58-5492-4b16-a9d7-34d40e1eb056" providerId="AD" clId="Web-{1F7B7EBB-3B93-961F-2D7F-837100D6AF37}" dt="2026-02-04T14:36:05.528" v="210" actId="20577"/>
          <ac:spMkLst>
            <pc:docMk/>
            <pc:sldMk cId="0" sldId="260"/>
            <ac:spMk id="4" creationId="{57A66C1E-2693-4AAC-20F2-DFB737E16AA9}"/>
          </ac:spMkLst>
        </pc:spChg>
        <pc:graphicFrameChg chg="del mod modGraphic">
          <ac:chgData name="Olawale Abiodun Ogundeji (Dr.)" userId="S::wale@ahfid.org::bf7f3b58-5492-4b16-a9d7-34d40e1eb056" providerId="AD" clId="Web-{1F7B7EBB-3B93-961F-2D7F-837100D6AF37}" dt="2026-02-04T14:33:59.490" v="193"/>
          <ac:graphicFrameMkLst>
            <pc:docMk/>
            <pc:sldMk cId="0" sldId="260"/>
            <ac:graphicFrameMk id="13" creationId="{798E8C13-E851-176B-0534-7502CF53C121}"/>
          </ac:graphicFrameMkLst>
        </pc:graphicFrameChg>
        <pc:picChg chg="add mod">
          <ac:chgData name="Olawale Abiodun Ogundeji (Dr.)" userId="S::wale@ahfid.org::bf7f3b58-5492-4b16-a9d7-34d40e1eb056" providerId="AD" clId="Web-{1F7B7EBB-3B93-961F-2D7F-837100D6AF37}" dt="2026-02-04T14:34:20.194" v="197" actId="1076"/>
          <ac:picMkLst>
            <pc:docMk/>
            <pc:sldMk cId="0" sldId="260"/>
            <ac:picMk id="2" creationId="{B902A8BD-AA10-7694-E09C-021962552CD6}"/>
          </ac:picMkLst>
        </pc:picChg>
      </pc:sldChg>
      <pc:sldChg chg="addSp delSp modSp">
        <pc:chgData name="Olawale Abiodun Ogundeji (Dr.)" userId="S::wale@ahfid.org::bf7f3b58-5492-4b16-a9d7-34d40e1eb056" providerId="AD" clId="Web-{1F7B7EBB-3B93-961F-2D7F-837100D6AF37}" dt="2026-02-04T14:43:04.621" v="267" actId="20577"/>
        <pc:sldMkLst>
          <pc:docMk/>
          <pc:sldMk cId="0" sldId="261"/>
        </pc:sldMkLst>
        <pc:spChg chg="add mod">
          <ac:chgData name="Olawale Abiodun Ogundeji (Dr.)" userId="S::wale@ahfid.org::bf7f3b58-5492-4b16-a9d7-34d40e1eb056" providerId="AD" clId="Web-{1F7B7EBB-3B93-961F-2D7F-837100D6AF37}" dt="2026-02-04T14:43:04.621" v="267" actId="20577"/>
          <ac:spMkLst>
            <pc:docMk/>
            <pc:sldMk cId="0" sldId="261"/>
            <ac:spMk id="2" creationId="{924AA47C-AAEE-6EB0-2A96-0FF7E6D6422B}"/>
          </ac:spMkLst>
        </pc:spChg>
        <pc:spChg chg="mod">
          <ac:chgData name="Olawale Abiodun Ogundeji (Dr.)" userId="S::wale@ahfid.org::bf7f3b58-5492-4b16-a9d7-34d40e1eb056" providerId="AD" clId="Web-{1F7B7EBB-3B93-961F-2D7F-837100D6AF37}" dt="2026-02-04T14:42:13.057" v="252" actId="20577"/>
          <ac:spMkLst>
            <pc:docMk/>
            <pc:sldMk cId="0" sldId="261"/>
            <ac:spMk id="3" creationId="{A3B888E1-21A9-92DA-0EF7-71449DF77B72}"/>
          </ac:spMkLst>
        </pc:spChg>
        <pc:graphicFrameChg chg="del mod modGraphic">
          <ac:chgData name="Olawale Abiodun Ogundeji (Dr.)" userId="S::wale@ahfid.org::bf7f3b58-5492-4b16-a9d7-34d40e1eb056" providerId="AD" clId="Web-{1F7B7EBB-3B93-961F-2D7F-837100D6AF37}" dt="2026-02-04T14:41:08.712" v="232"/>
          <ac:graphicFrameMkLst>
            <pc:docMk/>
            <pc:sldMk cId="0" sldId="261"/>
            <ac:graphicFrameMk id="4" creationId="{FC7A0E3E-94BF-4A62-A6B5-FE9C4572AE76}"/>
          </ac:graphicFrameMkLst>
        </pc:graphicFrameChg>
      </pc:sldChg>
      <pc:sldChg chg="del">
        <pc:chgData name="Olawale Abiodun Ogundeji (Dr.)" userId="S::wale@ahfid.org::bf7f3b58-5492-4b16-a9d7-34d40e1eb056" providerId="AD" clId="Web-{1F7B7EBB-3B93-961F-2D7F-837100D6AF37}" dt="2026-02-04T14:44:23.545" v="269"/>
        <pc:sldMkLst>
          <pc:docMk/>
          <pc:sldMk cId="0" sldId="262"/>
        </pc:sldMkLst>
      </pc:sldChg>
      <pc:sldChg chg="del">
        <pc:chgData name="Olawale Abiodun Ogundeji (Dr.)" userId="S::wale@ahfid.org::bf7f3b58-5492-4b16-a9d7-34d40e1eb056" providerId="AD" clId="Web-{1F7B7EBB-3B93-961F-2D7F-837100D6AF37}" dt="2026-02-04T14:44:33.514" v="271"/>
        <pc:sldMkLst>
          <pc:docMk/>
          <pc:sldMk cId="0" sldId="263"/>
        </pc:sldMkLst>
      </pc:sldChg>
      <pc:sldChg chg="modSp">
        <pc:chgData name="Olawale Abiodun Ogundeji (Dr.)" userId="S::wale@ahfid.org::bf7f3b58-5492-4b16-a9d7-34d40e1eb056" providerId="AD" clId="Web-{1F7B7EBB-3B93-961F-2D7F-837100D6AF37}" dt="2026-02-04T14:47:40.079" v="309" actId="20577"/>
        <pc:sldMkLst>
          <pc:docMk/>
          <pc:sldMk cId="0" sldId="264"/>
        </pc:sldMkLst>
        <pc:spChg chg="mod">
          <ac:chgData name="Olawale Abiodun Ogundeji (Dr.)" userId="S::wale@ahfid.org::bf7f3b58-5492-4b16-a9d7-34d40e1eb056" providerId="AD" clId="Web-{1F7B7EBB-3B93-961F-2D7F-837100D6AF37}" dt="2026-02-04T14:47:40.079" v="309" actId="20577"/>
          <ac:spMkLst>
            <pc:docMk/>
            <pc:sldMk cId="0" sldId="264"/>
            <ac:spMk id="3" creationId="{A69D530E-CDF4-0AB8-DD55-FE9A8025841A}"/>
          </ac:spMkLst>
        </pc:spChg>
        <pc:spChg chg="mod">
          <ac:chgData name="Olawale Abiodun Ogundeji (Dr.)" userId="S::wale@ahfid.org::bf7f3b58-5492-4b16-a9d7-34d40e1eb056" providerId="AD" clId="Web-{1F7B7EBB-3B93-961F-2D7F-837100D6AF37}" dt="2026-02-04T14:45:35.874" v="290" actId="20577"/>
          <ac:spMkLst>
            <pc:docMk/>
            <pc:sldMk cId="0" sldId="264"/>
            <ac:spMk id="4" creationId="{B440D686-DC9D-8EFF-31B9-E3E4DCD80F99}"/>
          </ac:spMkLst>
        </pc:spChg>
      </pc:sldChg>
      <pc:sldChg chg="del">
        <pc:chgData name="Olawale Abiodun Ogundeji (Dr.)" userId="S::wale@ahfid.org::bf7f3b58-5492-4b16-a9d7-34d40e1eb056" providerId="AD" clId="Web-{1F7B7EBB-3B93-961F-2D7F-837100D6AF37}" dt="2026-02-04T14:56:30.265" v="367"/>
        <pc:sldMkLst>
          <pc:docMk/>
          <pc:sldMk cId="0" sldId="265"/>
        </pc:sldMkLst>
      </pc:sldChg>
      <pc:sldChg chg="del">
        <pc:chgData name="Olawale Abiodun Ogundeji (Dr.)" userId="S::wale@ahfid.org::bf7f3b58-5492-4b16-a9d7-34d40e1eb056" providerId="AD" clId="Web-{1F7B7EBB-3B93-961F-2D7F-837100D6AF37}" dt="2026-02-04T14:56:30.265" v="366"/>
        <pc:sldMkLst>
          <pc:docMk/>
          <pc:sldMk cId="0" sldId="266"/>
        </pc:sldMkLst>
      </pc:sldChg>
      <pc:sldChg chg="del">
        <pc:chgData name="Olawale Abiodun Ogundeji (Dr.)" userId="S::wale@ahfid.org::bf7f3b58-5492-4b16-a9d7-34d40e1eb056" providerId="AD" clId="Web-{1F7B7EBB-3B93-961F-2D7F-837100D6AF37}" dt="2026-02-04T14:56:21.171" v="365"/>
        <pc:sldMkLst>
          <pc:docMk/>
          <pc:sldMk cId="0" sldId="267"/>
        </pc:sldMkLst>
      </pc:sldChg>
      <pc:sldChg chg="del">
        <pc:chgData name="Olawale Abiodun Ogundeji (Dr.)" userId="S::wale@ahfid.org::bf7f3b58-5492-4b16-a9d7-34d40e1eb056" providerId="AD" clId="Web-{1F7B7EBB-3B93-961F-2D7F-837100D6AF37}" dt="2026-02-04T14:56:21.155" v="364"/>
        <pc:sldMkLst>
          <pc:docMk/>
          <pc:sldMk cId="0" sldId="268"/>
        </pc:sldMkLst>
      </pc:sldChg>
      <pc:sldChg chg="del">
        <pc:chgData name="Olawale Abiodun Ogundeji (Dr.)" userId="S::wale@ahfid.org::bf7f3b58-5492-4b16-a9d7-34d40e1eb056" providerId="AD" clId="Web-{1F7B7EBB-3B93-961F-2D7F-837100D6AF37}" dt="2026-02-04T14:56:21.155" v="361"/>
        <pc:sldMkLst>
          <pc:docMk/>
          <pc:sldMk cId="0" sldId="269"/>
        </pc:sldMkLst>
      </pc:sldChg>
      <pc:sldChg chg="del">
        <pc:chgData name="Olawale Abiodun Ogundeji (Dr.)" userId="S::wale@ahfid.org::bf7f3b58-5492-4b16-a9d7-34d40e1eb056" providerId="AD" clId="Web-{1F7B7EBB-3B93-961F-2D7F-837100D6AF37}" dt="2026-02-04T14:56:21.155" v="362"/>
        <pc:sldMkLst>
          <pc:docMk/>
          <pc:sldMk cId="0" sldId="271"/>
        </pc:sldMkLst>
      </pc:sldChg>
      <pc:sldChg chg="del">
        <pc:chgData name="Olawale Abiodun Ogundeji (Dr.)" userId="S::wale@ahfid.org::bf7f3b58-5492-4b16-a9d7-34d40e1eb056" providerId="AD" clId="Web-{1F7B7EBB-3B93-961F-2D7F-837100D6AF37}" dt="2026-02-04T14:56:21.155" v="363"/>
        <pc:sldMkLst>
          <pc:docMk/>
          <pc:sldMk cId="0" sldId="273"/>
        </pc:sldMkLst>
      </pc:sldChg>
      <pc:sldChg chg="del">
        <pc:chgData name="Olawale Abiodun Ogundeji (Dr.)" userId="S::wale@ahfid.org::bf7f3b58-5492-4b16-a9d7-34d40e1eb056" providerId="AD" clId="Web-{1F7B7EBB-3B93-961F-2D7F-837100D6AF37}" dt="2026-02-04T14:56:21.155" v="360"/>
        <pc:sldMkLst>
          <pc:docMk/>
          <pc:sldMk cId="0" sldId="274"/>
        </pc:sldMkLst>
      </pc:sldChg>
      <pc:sldChg chg="del">
        <pc:chgData name="Olawale Abiodun Ogundeji (Dr.)" userId="S::wale@ahfid.org::bf7f3b58-5492-4b16-a9d7-34d40e1eb056" providerId="AD" clId="Web-{1F7B7EBB-3B93-961F-2D7F-837100D6AF37}" dt="2026-02-04T14:56:21.155" v="359"/>
        <pc:sldMkLst>
          <pc:docMk/>
          <pc:sldMk cId="0" sldId="275"/>
        </pc:sldMkLst>
      </pc:sldChg>
      <pc:sldChg chg="addSp delSp modSp">
        <pc:chgData name="Olawale Abiodun Ogundeji (Dr.)" userId="S::wale@ahfid.org::bf7f3b58-5492-4b16-a9d7-34d40e1eb056" providerId="AD" clId="Web-{1F7B7EBB-3B93-961F-2D7F-837100D6AF37}" dt="2026-02-04T14:30:34.741" v="164" actId="20577"/>
        <pc:sldMkLst>
          <pc:docMk/>
          <pc:sldMk cId="316734042" sldId="279"/>
        </pc:sldMkLst>
        <pc:spChg chg="mod">
          <ac:chgData name="Olawale Abiodun Ogundeji (Dr.)" userId="S::wale@ahfid.org::bf7f3b58-5492-4b16-a9d7-34d40e1eb056" providerId="AD" clId="Web-{1F7B7EBB-3B93-961F-2D7F-837100D6AF37}" dt="2026-02-04T14:28:24.427" v="123" actId="20577"/>
          <ac:spMkLst>
            <pc:docMk/>
            <pc:sldMk cId="316734042" sldId="279"/>
            <ac:spMk id="3" creationId="{CE12020B-B16B-503A-3FCF-44BFBD11530F}"/>
          </ac:spMkLst>
        </pc:spChg>
        <pc:spChg chg="del mod">
          <ac:chgData name="Olawale Abiodun Ogundeji (Dr.)" userId="S::wale@ahfid.org::bf7f3b58-5492-4b16-a9d7-34d40e1eb056" providerId="AD" clId="Web-{1F7B7EBB-3B93-961F-2D7F-837100D6AF37}" dt="2026-02-04T14:28:31.536" v="125"/>
          <ac:spMkLst>
            <pc:docMk/>
            <pc:sldMk cId="316734042" sldId="279"/>
            <ac:spMk id="4" creationId="{36BEA256-3DA1-4623-8B72-B13DE058C82F}"/>
          </ac:spMkLst>
        </pc:spChg>
        <pc:spChg chg="add mod">
          <ac:chgData name="Olawale Abiodun Ogundeji (Dr.)" userId="S::wale@ahfid.org::bf7f3b58-5492-4b16-a9d7-34d40e1eb056" providerId="AD" clId="Web-{1F7B7EBB-3B93-961F-2D7F-837100D6AF37}" dt="2026-02-04T14:30:34.741" v="164" actId="20577"/>
          <ac:spMkLst>
            <pc:docMk/>
            <pc:sldMk cId="316734042" sldId="279"/>
            <ac:spMk id="5" creationId="{5EBFD6E8-4299-C52C-A38E-753B58AA3832}"/>
          </ac:spMkLst>
        </pc:spChg>
        <pc:graphicFrameChg chg="del mod modGraphic">
          <ac:chgData name="Olawale Abiodun Ogundeji (Dr.)" userId="S::wale@ahfid.org::bf7f3b58-5492-4b16-a9d7-34d40e1eb056" providerId="AD" clId="Web-{1F7B7EBB-3B93-961F-2D7F-837100D6AF37}" dt="2026-02-04T14:29:05.084" v="141"/>
          <ac:graphicFrameMkLst>
            <pc:docMk/>
            <pc:sldMk cId="316734042" sldId="279"/>
            <ac:graphicFrameMk id="6" creationId="{D856EE41-D5CB-3273-5E35-F365224556FF}"/>
          </ac:graphicFrameMkLst>
        </pc:graphicFrameChg>
      </pc:sldChg>
      <pc:sldChg chg="modSp">
        <pc:chgData name="Olawale Abiodun Ogundeji (Dr.)" userId="S::wale@ahfid.org::bf7f3b58-5492-4b16-a9d7-34d40e1eb056" providerId="AD" clId="Web-{1F7B7EBB-3B93-961F-2D7F-837100D6AF37}" dt="2026-02-04T14:32:14.638" v="180" actId="20577"/>
        <pc:sldMkLst>
          <pc:docMk/>
          <pc:sldMk cId="2768235767" sldId="280"/>
        </pc:sldMkLst>
        <pc:spChg chg="mod">
          <ac:chgData name="Olawale Abiodun Ogundeji (Dr.)" userId="S::wale@ahfid.org::bf7f3b58-5492-4b16-a9d7-34d40e1eb056" providerId="AD" clId="Web-{1F7B7EBB-3B93-961F-2D7F-837100D6AF37}" dt="2026-02-04T14:31:25.571" v="167" actId="14100"/>
          <ac:spMkLst>
            <pc:docMk/>
            <pc:sldMk cId="2768235767" sldId="280"/>
            <ac:spMk id="3" creationId="{330B4ED2-C158-4234-8FAA-211AA047B098}"/>
          </ac:spMkLst>
        </pc:spChg>
        <pc:spChg chg="mod">
          <ac:chgData name="Olawale Abiodun Ogundeji (Dr.)" userId="S::wale@ahfid.org::bf7f3b58-5492-4b16-a9d7-34d40e1eb056" providerId="AD" clId="Web-{1F7B7EBB-3B93-961F-2D7F-837100D6AF37}" dt="2026-02-04T14:32:14.638" v="180" actId="20577"/>
          <ac:spMkLst>
            <pc:docMk/>
            <pc:sldMk cId="2768235767" sldId="280"/>
            <ac:spMk id="4" creationId="{63C9C1FC-64E3-F489-ADF7-CD0AB08644BD}"/>
          </ac:spMkLst>
        </pc:spChg>
      </pc:sldChg>
      <pc:sldChg chg="addSp delSp modSp">
        <pc:chgData name="Olawale Abiodun Ogundeji (Dr.)" userId="S::wale@ahfid.org::bf7f3b58-5492-4b16-a9d7-34d40e1eb056" providerId="AD" clId="Web-{1F7B7EBB-3B93-961F-2D7F-837100D6AF37}" dt="2026-02-04T14:39:25.037" v="224" actId="20577"/>
        <pc:sldMkLst>
          <pc:docMk/>
          <pc:sldMk cId="1066914800" sldId="281"/>
        </pc:sldMkLst>
        <pc:spChg chg="add mod">
          <ac:chgData name="Olawale Abiodun Ogundeji (Dr.)" userId="S::wale@ahfid.org::bf7f3b58-5492-4b16-a9d7-34d40e1eb056" providerId="AD" clId="Web-{1F7B7EBB-3B93-961F-2D7F-837100D6AF37}" dt="2026-02-04T14:39:25.037" v="224" actId="20577"/>
          <ac:spMkLst>
            <pc:docMk/>
            <pc:sldMk cId="1066914800" sldId="281"/>
            <ac:spMk id="2" creationId="{94821204-A0B7-991E-BA22-F18746E80C0F}"/>
          </ac:spMkLst>
        </pc:spChg>
        <pc:spChg chg="mod">
          <ac:chgData name="Olawale Abiodun Ogundeji (Dr.)" userId="S::wale@ahfid.org::bf7f3b58-5492-4b16-a9d7-34d40e1eb056" providerId="AD" clId="Web-{1F7B7EBB-3B93-961F-2D7F-837100D6AF37}" dt="2026-02-04T14:38:34.019" v="211" actId="20577"/>
          <ac:spMkLst>
            <pc:docMk/>
            <pc:sldMk cId="1066914800" sldId="281"/>
            <ac:spMk id="3" creationId="{88527B40-5BC3-62B0-3743-ECEA138D473F}"/>
          </ac:spMkLst>
        </pc:spChg>
        <pc:picChg chg="del">
          <ac:chgData name="Olawale Abiodun Ogundeji (Dr.)" userId="S::wale@ahfid.org::bf7f3b58-5492-4b16-a9d7-34d40e1eb056" providerId="AD" clId="Web-{1F7B7EBB-3B93-961F-2D7F-837100D6AF37}" dt="2026-02-04T14:38:37.082" v="212"/>
          <ac:picMkLst>
            <pc:docMk/>
            <pc:sldMk cId="1066914800" sldId="281"/>
            <ac:picMk id="4" creationId="{31E24524-E364-68E7-935C-D0BAD30CB5FA}"/>
          </ac:picMkLst>
        </pc:picChg>
        <pc:picChg chg="del">
          <ac:chgData name="Olawale Abiodun Ogundeji (Dr.)" userId="S::wale@ahfid.org::bf7f3b58-5492-4b16-a9d7-34d40e1eb056" providerId="AD" clId="Web-{1F7B7EBB-3B93-961F-2D7F-837100D6AF37}" dt="2026-02-04T14:38:38.644" v="213"/>
          <ac:picMkLst>
            <pc:docMk/>
            <pc:sldMk cId="1066914800" sldId="281"/>
            <ac:picMk id="5" creationId="{C516509C-94FC-8102-0B32-EFC9B2B91BB0}"/>
          </ac:picMkLst>
        </pc:picChg>
      </pc:sldChg>
      <pc:sldChg chg="del">
        <pc:chgData name="Olawale Abiodun Ogundeji (Dr.)" userId="S::wale@ahfid.org::bf7f3b58-5492-4b16-a9d7-34d40e1eb056" providerId="AD" clId="Web-{1F7B7EBB-3B93-961F-2D7F-837100D6AF37}" dt="2026-02-04T14:44:28.607" v="270"/>
        <pc:sldMkLst>
          <pc:docMk/>
          <pc:sldMk cId="783745987" sldId="282"/>
        </pc:sldMkLst>
      </pc:sldChg>
      <pc:sldChg chg="modSp add replId">
        <pc:chgData name="Olawale Abiodun Ogundeji (Dr.)" userId="S::wale@ahfid.org::bf7f3b58-5492-4b16-a9d7-34d40e1eb056" providerId="AD" clId="Web-{1F7B7EBB-3B93-961F-2D7F-837100D6AF37}" dt="2026-02-04T14:52:25.223" v="358" actId="20577"/>
        <pc:sldMkLst>
          <pc:docMk/>
          <pc:sldMk cId="3575366460" sldId="282"/>
        </pc:sldMkLst>
        <pc:spChg chg="mod">
          <ac:chgData name="Olawale Abiodun Ogundeji (Dr.)" userId="S::wale@ahfid.org::bf7f3b58-5492-4b16-a9d7-34d40e1eb056" providerId="AD" clId="Web-{1F7B7EBB-3B93-961F-2D7F-837100D6AF37}" dt="2026-02-04T14:52:25.223" v="358" actId="20577"/>
          <ac:spMkLst>
            <pc:docMk/>
            <pc:sldMk cId="3575366460" sldId="282"/>
            <ac:spMk id="2" creationId="{19AEC5C4-1E7A-475E-42ED-6D9D093E04E9}"/>
          </ac:spMkLst>
        </pc:spChg>
        <pc:spChg chg="mod">
          <ac:chgData name="Olawale Abiodun Ogundeji (Dr.)" userId="S::wale@ahfid.org::bf7f3b58-5492-4b16-a9d7-34d40e1eb056" providerId="AD" clId="Web-{1F7B7EBB-3B93-961F-2D7F-837100D6AF37}" dt="2026-02-04T14:50:59.468" v="341" actId="20577"/>
          <ac:spMkLst>
            <pc:docMk/>
            <pc:sldMk cId="3575366460" sldId="282"/>
            <ac:spMk id="3" creationId="{50CE4177-C4ED-D431-8B59-1B358A0B3F59}"/>
          </ac:spMkLst>
        </pc:spChg>
      </pc:sldChg>
      <pc:sldChg chg="new del">
        <pc:chgData name="Olawale Abiodun Ogundeji (Dr.)" userId="S::wale@ahfid.org::bf7f3b58-5492-4b16-a9d7-34d40e1eb056" providerId="AD" clId="Web-{1F7B7EBB-3B93-961F-2D7F-837100D6AF37}" dt="2026-02-04T14:44:19.123" v="268"/>
        <pc:sldMkLst>
          <pc:docMk/>
          <pc:sldMk cId="3187602318" sldId="283"/>
        </pc:sldMkLst>
      </pc:sldChg>
    </pc:docChg>
  </pc:docChgLst>
  <pc:docChgLst>
    <pc:chgData name="Olawale Abiodun Ogundeji (Dr.)" userId="S::wale@ahfid.org::bf7f3b58-5492-4b16-a9d7-34d40e1eb056" providerId="AD" clId="Web-{301000A2-9556-BCD1-F8AA-31D9A4A84CE9}"/>
    <pc:docChg chg="modSld">
      <pc:chgData name="Olawale Abiodun Ogundeji (Dr.)" userId="S::wale@ahfid.org::bf7f3b58-5492-4b16-a9d7-34d40e1eb056" providerId="AD" clId="Web-{301000A2-9556-BCD1-F8AA-31D9A4A84CE9}" dt="2026-02-02T00:30:14.422" v="0" actId="20577"/>
      <pc:docMkLst>
        <pc:docMk/>
      </pc:docMkLst>
      <pc:sldChg chg="modSp">
        <pc:chgData name="Olawale Abiodun Ogundeji (Dr.)" userId="S::wale@ahfid.org::bf7f3b58-5492-4b16-a9d7-34d40e1eb056" providerId="AD" clId="Web-{301000A2-9556-BCD1-F8AA-31D9A4A84CE9}" dt="2026-02-02T00:30:14.422" v="0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301000A2-9556-BCD1-F8AA-31D9A4A84CE9}" dt="2026-02-02T00:30:14.422" v="0" actId="20577"/>
          <ac:spMkLst>
            <pc:docMk/>
            <pc:sldMk cId="0" sldId="257"/>
            <ac:spMk id="3" creationId="{9FC1A636-E70D-E210-F2FB-993CA5152805}"/>
          </ac:spMkLst>
        </pc:spChg>
      </pc:sldChg>
    </pc:docChg>
  </pc:docChgLst>
  <pc:docChgLst>
    <pc:chgData name="Olawale Abiodun Ogundeji (Dr.)" userId="S::wale@ahfid.org::bf7f3b58-5492-4b16-a9d7-34d40e1eb056" providerId="AD" clId="Web-{5AF634B1-8AA5-5917-112B-B7B226C02628}"/>
    <pc:docChg chg="delSld modSld">
      <pc:chgData name="Olawale Abiodun Ogundeji (Dr.)" userId="S::wale@ahfid.org::bf7f3b58-5492-4b16-a9d7-34d40e1eb056" providerId="AD" clId="Web-{5AF634B1-8AA5-5917-112B-B7B226C02628}" dt="2026-02-01T23:39:07.716" v="869" actId="20577"/>
      <pc:docMkLst>
        <pc:docMk/>
      </pc:docMkLst>
      <pc:sldChg chg="modSp">
        <pc:chgData name="Olawale Abiodun Ogundeji (Dr.)" userId="S::wale@ahfid.org::bf7f3b58-5492-4b16-a9d7-34d40e1eb056" providerId="AD" clId="Web-{5AF634B1-8AA5-5917-112B-B7B226C02628}" dt="2026-02-01T23:39:07.716" v="869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5AF634B1-8AA5-5917-112B-B7B226C02628}" dt="2026-02-01T23:39:07.716" v="869" actId="20577"/>
          <ac:spMkLst>
            <pc:docMk/>
            <pc:sldMk cId="0" sldId="257"/>
            <ac:spMk id="3" creationId="{9FC1A636-E70D-E210-F2FB-993CA5152805}"/>
          </ac:spMkLst>
        </pc:spChg>
      </pc:sldChg>
    </pc:docChg>
  </pc:docChgLst>
  <pc:docChgLst>
    <pc:chgData name="Olawale Abiodun Ogundeji (Dr.)" userId="S::wale@ahfid.org::bf7f3b58-5492-4b16-a9d7-34d40e1eb056" providerId="AD" clId="Web-{0EFA9307-D9A1-8FEF-E0AD-A8240F15A8CD}"/>
    <pc:docChg chg="modSld">
      <pc:chgData name="Olawale Abiodun Ogundeji (Dr.)" userId="S::wale@ahfid.org::bf7f3b58-5492-4b16-a9d7-34d40e1eb056" providerId="AD" clId="Web-{0EFA9307-D9A1-8FEF-E0AD-A8240F15A8CD}" dt="2026-01-21T22:16:26.865" v="7" actId="20577"/>
      <pc:docMkLst>
        <pc:docMk/>
      </pc:docMkLst>
      <pc:sldChg chg="modSp">
        <pc:chgData name="Olawale Abiodun Ogundeji (Dr.)" userId="S::wale@ahfid.org::bf7f3b58-5492-4b16-a9d7-34d40e1eb056" providerId="AD" clId="Web-{0EFA9307-D9A1-8FEF-E0AD-A8240F15A8CD}" dt="2026-01-21T22:16:26.865" v="7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0EFA9307-D9A1-8FEF-E0AD-A8240F15A8CD}" dt="2026-01-21T22:16:26.865" v="7" actId="20577"/>
          <ac:spMkLst>
            <pc:docMk/>
            <pc:sldMk cId="0" sldId="257"/>
            <ac:spMk id="3" creationId="{9FC1A636-E70D-E210-F2FB-993CA5152805}"/>
          </ac:spMkLst>
        </pc:spChg>
      </pc:sldChg>
      <pc:sldChg chg="modSp">
        <pc:chgData name="Olawale Abiodun Ogundeji (Dr.)" userId="S::wale@ahfid.org::bf7f3b58-5492-4b16-a9d7-34d40e1eb056" providerId="AD" clId="Web-{0EFA9307-D9A1-8FEF-E0AD-A8240F15A8CD}" dt="2026-01-21T22:15:25.209" v="3" actId="20577"/>
        <pc:sldMkLst>
          <pc:docMk/>
          <pc:sldMk cId="0" sldId="259"/>
        </pc:sldMkLst>
      </pc:sldChg>
    </pc:docChg>
  </pc:docChgLst>
  <pc:docChgLst>
    <pc:chgData clId="Web-{301000A2-9556-BCD1-F8AA-31D9A4A84CE9}"/>
    <pc:docChg chg="modSld">
      <pc:chgData name="" userId="" providerId="" clId="Web-{301000A2-9556-BCD1-F8AA-31D9A4A84CE9}" dt="2026-02-02T00:30:09.656" v="3" actId="20577"/>
      <pc:docMkLst>
        <pc:docMk/>
      </pc:docMkLst>
      <pc:sldChg chg="modSp">
        <pc:chgData name="" userId="" providerId="" clId="Web-{301000A2-9556-BCD1-F8AA-31D9A4A84CE9}" dt="2026-02-02T00:30:09.656" v="3" actId="20577"/>
        <pc:sldMkLst>
          <pc:docMk/>
          <pc:sldMk cId="0" sldId="257"/>
        </pc:sldMkLst>
        <pc:spChg chg="mod">
          <ac:chgData name="" userId="" providerId="" clId="Web-{301000A2-9556-BCD1-F8AA-31D9A4A84CE9}" dt="2026-02-02T00:30:09.656" v="3" actId="20577"/>
          <ac:spMkLst>
            <pc:docMk/>
            <pc:sldMk cId="0" sldId="257"/>
            <ac:spMk id="3" creationId="{9FC1A636-E70D-E210-F2FB-993CA5152805}"/>
          </ac:spMkLst>
        </pc:spChg>
      </pc:sldChg>
    </pc:docChg>
  </pc:docChgLst>
  <pc:docChgLst>
    <pc:chgData name="Olawale Abiodun Ogundeji (Dr.)" userId="S::wale@ahfid.org::bf7f3b58-5492-4b16-a9d7-34d40e1eb056" providerId="AD" clId="Web-{DE92FAB8-5C49-5EFD-E114-E06D170F8F9C}"/>
    <pc:docChg chg="modSld">
      <pc:chgData name="Olawale Abiodun Ogundeji (Dr.)" userId="S::wale@ahfid.org::bf7f3b58-5492-4b16-a9d7-34d40e1eb056" providerId="AD" clId="Web-{DE92FAB8-5C49-5EFD-E114-E06D170F8F9C}" dt="2026-01-21T18:56:38.863" v="168" actId="14100"/>
      <pc:docMkLst>
        <pc:docMk/>
      </pc:docMkLst>
      <pc:sldChg chg="addSp delSp modSp">
        <pc:chgData name="Olawale Abiodun Ogundeji (Dr.)" userId="S::wale@ahfid.org::bf7f3b58-5492-4b16-a9d7-34d40e1eb056" providerId="AD" clId="Web-{DE92FAB8-5C49-5EFD-E114-E06D170F8F9C}" dt="2026-01-21T18:56:38.863" v="168" actId="14100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DE92FAB8-5C49-5EFD-E114-E06D170F8F9C}" dt="2026-01-21T18:52:30.278" v="108" actId="20577"/>
          <ac:spMkLst>
            <pc:docMk/>
            <pc:sldMk cId="0" sldId="259"/>
            <ac:spMk id="2" creationId="{00000000-0000-0000-0000-000000000000}"/>
          </ac:spMkLst>
        </pc:spChg>
        <pc:spChg chg="add mod">
          <ac:chgData name="Olawale Abiodun Ogundeji (Dr.)" userId="S::wale@ahfid.org::bf7f3b58-5492-4b16-a9d7-34d40e1eb056" providerId="AD" clId="Web-{DE92FAB8-5C49-5EFD-E114-E06D170F8F9C}" dt="2026-01-21T18:56:30.222" v="166" actId="20577"/>
          <ac:spMkLst>
            <pc:docMk/>
            <pc:sldMk cId="0" sldId="259"/>
            <ac:spMk id="3" creationId="{3EDAD1F7-BB38-C95D-7ECE-AAB912129D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9A7199-659A-4064-9D87-9E89ED46822F}" type="datetimeFigureOut">
              <a:t>2/4/2026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CD79B-70D4-4C0F-8998-82B634FB71F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473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en-US" dirty="0">
              <a:solidFill>
                <a:srgbClr val="03807F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571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14202-0690-B0DA-2B7F-A04BC722D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0A7C4-45E2-B3FB-1470-ECA8D1DDA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B89A7-D23B-11F4-FC2A-01C142661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 dirty="0">
                <a:solidFill>
                  <a:srgbClr val="03807F"/>
                </a:solidFill>
              </a:rPr>
              <a:t>accuracy is an average</a:t>
            </a:r>
            <a:r>
              <a:rPr lang="en-US" dirty="0">
                <a:solidFill>
                  <a:srgbClr val="03807F"/>
                </a:solidFill>
              </a:rPr>
              <a:t>, while </a:t>
            </a:r>
            <a:r>
              <a:rPr lang="en-US" b="1" dirty="0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 dirty="0">
                <a:solidFill>
                  <a:srgbClr val="03807F"/>
                </a:solidFill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602DE-EFC9-D6CC-BD77-BFDF48AE2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536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B2565-873E-A1B4-D807-A7923D593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F753C-CB98-F3D8-3EB6-D5D12A011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D2AF49-BE10-EFCB-802C-E538C850A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AA0D9-4993-8AA3-C261-C73D12598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327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Unintended Consequences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Definition:</a:t>
            </a:r>
            <a:r>
              <a:rPr lang="en-US" dirty="0"/>
              <a:t> Outcomes that are not intended by a purposeful action.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The Challenge:</a:t>
            </a:r>
            <a:r>
              <a:rPr lang="en-US" dirty="0"/>
              <a:t> AI solutions often have "side effects."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Example:</a:t>
            </a:r>
            <a:r>
              <a:rPr lang="en-US" dirty="0"/>
              <a:t> Automating credit scores in Fintech might unintentionally exclude people without smartphones, worsening financial inequality.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Question to Ask:</a:t>
            </a:r>
            <a:r>
              <a:rPr lang="en-US" dirty="0"/>
              <a:t> "If we 'fix' this, what happens to the rest of the system?"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rPr lang="en-GB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48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46020-9640-9022-0343-6CFCD9B0F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32951-42B7-24B2-D408-6E1F0C4636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73A0B3-AB2A-C998-7235-3FBCB95F9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Unintended Consequences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Definition:</a:t>
            </a:r>
            <a:r>
              <a:rPr lang="en-US" dirty="0"/>
              <a:t> Outcomes that are not intended by a purposeful action.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The Challenge:</a:t>
            </a:r>
            <a:r>
              <a:rPr lang="en-US" dirty="0"/>
              <a:t> AI solutions often have "side effects."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Example:</a:t>
            </a:r>
            <a:r>
              <a:rPr lang="en-US" dirty="0"/>
              <a:t> Automating credit scores in Fintech might unintentionally exclude people without smartphones, worsening financial inequality.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Question to Ask:</a:t>
            </a:r>
            <a:r>
              <a:rPr lang="en-US" dirty="0"/>
              <a:t> "If we 'fix' this, what happens to the rest of the system?"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22B59-984F-F5FC-C24B-F9F08A73E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rPr lang="en-GB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799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582" y="457200"/>
            <a:ext cx="850588" cy="614125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5710555" y="376555"/>
            <a:ext cx="770890" cy="1219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 userDrawn="1"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34" name="Oval 33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6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83" name="Picture 82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1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/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C1A636-E70D-E210-F2FB-993CA5152805}"/>
              </a:ext>
            </a:extLst>
          </p:cNvPr>
          <p:cNvSpPr txBox="1"/>
          <p:nvPr/>
        </p:nvSpPr>
        <p:spPr>
          <a:xfrm>
            <a:off x="715818" y="1373908"/>
            <a:ext cx="1078345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solidFill>
                  <a:schemeClr val="accent3">
                    <a:lumMod val="76000"/>
                  </a:schemeClr>
                </a:solidFill>
                <a:latin typeface="Times New Roman"/>
                <a:ea typeface="+mn-lt"/>
                <a:cs typeface="+mn-lt"/>
              </a:rPr>
              <a:t>Workshop: Problem Identification &amp; AI Feasibility</a:t>
            </a:r>
            <a:endParaRPr lang="en-US" sz="4000" b="1">
              <a:solidFill>
                <a:schemeClr val="accent3">
                  <a:lumMod val="76000"/>
                </a:schemeClr>
              </a:solidFill>
              <a:latin typeface="Times New Roman"/>
              <a:cs typeface="Times New Roman"/>
            </a:endParaRPr>
          </a:p>
          <a:p>
            <a:pPr algn="ctr"/>
            <a:endParaRPr lang="en-GB" sz="2800" b="1" dirty="0">
              <a:solidFill>
                <a:schemeClr val="accent3">
                  <a:lumMod val="76000"/>
                </a:schemeClr>
              </a:solidFill>
              <a:latin typeface="Times New Roman"/>
              <a:ea typeface="+mn-lt"/>
              <a:cs typeface="+mn-lt"/>
            </a:endParaRPr>
          </a:p>
          <a:p>
            <a:pPr algn="ctr"/>
            <a:r>
              <a:rPr lang="en-GB" sz="3600" b="1" dirty="0">
                <a:solidFill>
                  <a:schemeClr val="accent3">
                    <a:lumMod val="76000"/>
                  </a:schemeClr>
                </a:solidFill>
                <a:latin typeface="Times New Roman"/>
                <a:ea typeface="+mn-lt"/>
                <a:cs typeface="+mn-lt"/>
              </a:rPr>
              <a:t>Theme:</a:t>
            </a:r>
            <a:r>
              <a:rPr lang="en-GB" sz="3600" dirty="0">
                <a:solidFill>
                  <a:schemeClr val="accent3">
                    <a:lumMod val="76000"/>
                  </a:schemeClr>
                </a:solidFill>
                <a:latin typeface="Times New Roman"/>
                <a:ea typeface="+mn-lt"/>
                <a:cs typeface="+mn-lt"/>
              </a:rPr>
              <a:t> Solving Real Nigerian Challenges with Intelligence</a:t>
            </a:r>
            <a:endParaRPr lang="en-GB" sz="3600">
              <a:solidFill>
                <a:schemeClr val="accent3">
                  <a:lumMod val="76000"/>
                </a:schemeClr>
              </a:solidFill>
              <a:latin typeface="Times New Roman"/>
              <a:cs typeface="Times New Roman"/>
            </a:endParaRPr>
          </a:p>
          <a:p>
            <a:pPr algn="ctr"/>
            <a:endParaRPr lang="en-GB" sz="2800" dirty="0">
              <a:solidFill>
                <a:schemeClr val="accent3">
                  <a:lumMod val="76000"/>
                </a:schemeClr>
              </a:solidFill>
              <a:latin typeface="Times New Roman"/>
              <a:ea typeface="+mn-lt"/>
              <a:cs typeface="+mn-lt"/>
            </a:endParaRPr>
          </a:p>
          <a:p>
            <a:pPr algn="ctr"/>
            <a:endParaRPr lang="en-GB" sz="2400" b="1" dirty="0">
              <a:solidFill>
                <a:schemeClr val="accent3">
                  <a:lumMod val="76000"/>
                </a:schemeClr>
              </a:solidFill>
              <a:latin typeface="Times New Roman"/>
              <a:cs typeface="Times New Roman"/>
            </a:endParaRPr>
          </a:p>
          <a:p>
            <a:pPr algn="ctr"/>
            <a:r>
              <a:rPr lang="en-GB" sz="2800" b="1" dirty="0">
                <a:solidFill>
                  <a:schemeClr val="accent3">
                    <a:lumMod val="76000"/>
                  </a:schemeClr>
                </a:solidFill>
                <a:latin typeface="Times New Roman"/>
                <a:ea typeface="+mn-lt"/>
                <a:cs typeface="+mn-lt"/>
              </a:rPr>
              <a:t>Objective:</a:t>
            </a:r>
            <a:r>
              <a:rPr lang="en-GB" sz="2800" dirty="0">
                <a:solidFill>
                  <a:schemeClr val="accent3">
                    <a:lumMod val="76000"/>
                  </a:schemeClr>
                </a:solidFill>
                <a:latin typeface="Times New Roman"/>
                <a:ea typeface="+mn-lt"/>
                <a:cs typeface="+mn-lt"/>
              </a:rPr>
              <a:t> Moving from "That’s a cool idea" (a social problem) to "This is a viable AI project" (a technical AI use case).</a:t>
            </a:r>
            <a:endParaRPr lang="en-GB" sz="2800" dirty="0">
              <a:solidFill>
                <a:schemeClr val="accent3">
                  <a:lumMod val="76000"/>
                </a:schemeClr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 dirty="0">
              <a:solidFill>
                <a:srgbClr val="03807F"/>
              </a:solidFill>
            </a:endParaRPr>
          </a:p>
          <a:p>
            <a:endParaRPr lang="en-US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DAD1F7-BB38-C95D-7ECE-AAB912129DEF}"/>
              </a:ext>
            </a:extLst>
          </p:cNvPr>
          <p:cNvSpPr txBox="1"/>
          <p:nvPr/>
        </p:nvSpPr>
        <p:spPr>
          <a:xfrm>
            <a:off x="631658" y="600363"/>
            <a:ext cx="928406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chemeClr val="accent3">
                    <a:lumMod val="49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The Framework – The "Three-Pillars"</a:t>
            </a:r>
            <a:endParaRPr lang="en-US">
              <a:solidFill>
                <a:schemeClr val="accent3">
                  <a:lumMod val="49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FD9B8-82F3-3021-C31F-6B268285D27A}"/>
              </a:ext>
            </a:extLst>
          </p:cNvPr>
          <p:cNvSpPr txBox="1"/>
          <p:nvPr/>
        </p:nvSpPr>
        <p:spPr>
          <a:xfrm>
            <a:off x="582688" y="1399751"/>
            <a:ext cx="11029806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To identify a viable AI project, we must satisfy three criteria:</a:t>
            </a:r>
            <a:endParaRPr lang="en-US" sz="280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8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The Pain Point:</a:t>
            </a:r>
            <a:r>
              <a:rPr lang="en-US" sz="28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Is the problem significant enough in the Nigerian context?</a:t>
            </a:r>
            <a:endParaRPr lang="en-US" sz="280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8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The Stakeholders:</a:t>
            </a:r>
            <a:r>
              <a:rPr lang="en-US" sz="28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Who owns the data, who pays for the solution, and who is the end-user?</a:t>
            </a:r>
            <a:endParaRPr lang="en-US" sz="28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8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The Feasibility:</a:t>
            </a:r>
            <a:r>
              <a:rPr lang="en-US" sz="28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Can AI actually solve this, or is it just a process/policy issue?</a:t>
            </a:r>
            <a:endParaRPr lang="en-US" sz="28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F8E92-15A3-F6F9-4E37-DA8B3E51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4A74-B27B-1DB5-D4EE-E2B6D39F5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 dirty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12020B-B16B-503A-3FCF-44BFBD11530F}"/>
              </a:ext>
            </a:extLst>
          </p:cNvPr>
          <p:cNvSpPr txBox="1"/>
          <p:nvPr/>
        </p:nvSpPr>
        <p:spPr>
          <a:xfrm>
            <a:off x="472908" y="420446"/>
            <a:ext cx="928406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dirty="0">
                <a:solidFill>
                  <a:schemeClr val="accent3">
                    <a:lumMod val="76000"/>
                  </a:schemeClr>
                </a:solidFill>
                <a:ea typeface="+mn-lt"/>
                <a:cs typeface="+mn-lt"/>
              </a:rPr>
              <a:t>Identifying the "Real" Problem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BFD6E8-4299-C52C-A38E-753B58AA3832}"/>
              </a:ext>
            </a:extLst>
          </p:cNvPr>
          <p:cNvSpPr txBox="1"/>
          <p:nvPr/>
        </p:nvSpPr>
        <p:spPr>
          <a:xfrm>
            <a:off x="595717" y="1180703"/>
            <a:ext cx="11026470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200" dirty="0">
                <a:latin typeface="Times New Roman"/>
                <a:ea typeface="+mn-lt"/>
                <a:cs typeface="+mn-lt"/>
              </a:rPr>
              <a:t>Before we code, we must define. A good AI problem isn't just "Agriculture is hard." It’s specific.</a:t>
            </a:r>
            <a:endParaRPr lang="en-US" sz="2200">
              <a:latin typeface="Times New Roman"/>
              <a:ea typeface="+mn-lt"/>
              <a:cs typeface="+mn-lt"/>
            </a:endParaRPr>
          </a:p>
          <a:p>
            <a:pPr marL="800100" lvl="1" indent="-342900">
              <a:buFont typeface="Courier New"/>
              <a:buChar char="o"/>
            </a:pPr>
            <a:r>
              <a:rPr lang="en-GB" sz="2200" b="1" dirty="0">
                <a:latin typeface="Times New Roman"/>
                <a:ea typeface="+mn-lt"/>
                <a:cs typeface="+mn-lt"/>
              </a:rPr>
              <a:t>Symptoms vs. Root Causes:</a:t>
            </a:r>
            <a:r>
              <a:rPr lang="en-GB" sz="2200" dirty="0">
                <a:latin typeface="Times New Roman"/>
                <a:ea typeface="+mn-lt"/>
                <a:cs typeface="+mn-lt"/>
              </a:rPr>
              <a:t> Don't build for the symptom (e.g., "People are hungry"). Build for the cause (e.g., "40% of tomatoes rot during transport from Kano to Lagos").</a:t>
            </a:r>
            <a:endParaRPr lang="en-GB" sz="2200" dirty="0">
              <a:latin typeface="Times New Roman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GB" sz="2200" b="1" dirty="0">
                <a:latin typeface="Times New Roman"/>
                <a:ea typeface="+mn-lt"/>
                <a:cs typeface="+mn-lt"/>
              </a:rPr>
              <a:t>The "So What?" Test:</a:t>
            </a:r>
            <a:r>
              <a:rPr lang="en-GB" sz="2200" dirty="0">
                <a:latin typeface="Times New Roman"/>
                <a:ea typeface="+mn-lt"/>
                <a:cs typeface="+mn-lt"/>
              </a:rPr>
              <a:t> If you solve this, who saves money, gains time, or improves their life?</a:t>
            </a:r>
            <a:endParaRPr lang="en-GB" sz="2200" dirty="0">
              <a:latin typeface="Times New Roman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GB" sz="2200" b="1" dirty="0">
                <a:latin typeface="Times New Roman"/>
                <a:ea typeface="+mn-lt"/>
                <a:cs typeface="+mn-lt"/>
              </a:rPr>
              <a:t>Nigerian Context:</a:t>
            </a:r>
            <a:r>
              <a:rPr lang="en-GB" sz="2200" dirty="0">
                <a:latin typeface="Times New Roman"/>
                <a:ea typeface="+mn-lt"/>
                <a:cs typeface="+mn-lt"/>
              </a:rPr>
              <a:t> Focus on sectors with high friction: </a:t>
            </a:r>
            <a:r>
              <a:rPr lang="en-GB" sz="2200" b="1" dirty="0">
                <a:latin typeface="Times New Roman"/>
                <a:ea typeface="+mn-lt"/>
                <a:cs typeface="+mn-lt"/>
              </a:rPr>
              <a:t>Fintech, Logistics, </a:t>
            </a:r>
            <a:r>
              <a:rPr lang="en-GB" sz="2200" b="1" err="1">
                <a:latin typeface="Times New Roman"/>
                <a:ea typeface="+mn-lt"/>
                <a:cs typeface="+mn-lt"/>
              </a:rPr>
              <a:t>Agrotech</a:t>
            </a:r>
            <a:r>
              <a:rPr lang="en-GB" sz="2200" b="1" dirty="0">
                <a:latin typeface="Times New Roman"/>
                <a:ea typeface="+mn-lt"/>
                <a:cs typeface="+mn-lt"/>
              </a:rPr>
              <a:t>, and Energy.</a:t>
            </a:r>
          </a:p>
          <a:p>
            <a:endParaRPr lang="en-GB" sz="2200" b="1" dirty="0">
              <a:latin typeface="Times New Roman"/>
              <a:ea typeface="+mn-lt"/>
              <a:cs typeface="+mn-lt"/>
            </a:endParaRPr>
          </a:p>
          <a:p>
            <a:r>
              <a:rPr lang="en-GB" sz="2200" dirty="0">
                <a:latin typeface="Times New Roman"/>
                <a:ea typeface="+mn-lt"/>
                <a:cs typeface="+mn-lt"/>
              </a:rPr>
              <a:t>Focus on high-impact sectors. Ask: </a:t>
            </a:r>
            <a:r>
              <a:rPr lang="en-GB" sz="2200" i="1" dirty="0">
                <a:latin typeface="Times New Roman"/>
                <a:ea typeface="+mn-lt"/>
                <a:cs typeface="+mn-lt"/>
              </a:rPr>
              <a:t>Where is there a data-rich inefficiency?</a:t>
            </a:r>
            <a:endParaRPr lang="en-GB" sz="2200" dirty="0">
              <a:latin typeface="Times New Roman"/>
              <a:ea typeface="+mn-lt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GB" sz="2200" b="1" dirty="0">
                <a:latin typeface="Times New Roman"/>
                <a:ea typeface="+mn-lt"/>
                <a:cs typeface="+mn-lt"/>
              </a:rPr>
              <a:t>Agriculture:</a:t>
            </a:r>
            <a:r>
              <a:rPr lang="en-GB" sz="2200" dirty="0">
                <a:latin typeface="Times New Roman"/>
                <a:ea typeface="+mn-lt"/>
                <a:cs typeface="+mn-lt"/>
              </a:rPr>
              <a:t> Crop disease detection via imagery or yield prediction.</a:t>
            </a:r>
            <a:endParaRPr lang="en-GB" sz="2200" dirty="0">
              <a:latin typeface="Times New Roman"/>
              <a:ea typeface="+mn-lt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GB" sz="2200" b="1" dirty="0">
                <a:latin typeface="Times New Roman"/>
                <a:ea typeface="+mn-lt"/>
                <a:cs typeface="+mn-lt"/>
              </a:rPr>
              <a:t>Fintech:</a:t>
            </a:r>
            <a:r>
              <a:rPr lang="en-GB" sz="2200" dirty="0">
                <a:latin typeface="Times New Roman"/>
                <a:ea typeface="+mn-lt"/>
                <a:cs typeface="+mn-lt"/>
              </a:rPr>
              <a:t> Credit scoring for the unbanked or localized fraud detection.</a:t>
            </a:r>
            <a:endParaRPr lang="en-GB" sz="2200" dirty="0">
              <a:latin typeface="Times New Roman"/>
              <a:ea typeface="+mn-lt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GB" sz="2200" b="1" dirty="0">
                <a:latin typeface="Times New Roman"/>
                <a:ea typeface="+mn-lt"/>
                <a:cs typeface="+mn-lt"/>
              </a:rPr>
              <a:t>Healthcare:</a:t>
            </a:r>
            <a:r>
              <a:rPr lang="en-GB" sz="2200" dirty="0">
                <a:latin typeface="Times New Roman"/>
                <a:ea typeface="+mn-lt"/>
                <a:cs typeface="+mn-lt"/>
              </a:rPr>
              <a:t> Predicting malaria outbreaks or diagnostic support for rural areas.</a:t>
            </a:r>
            <a:endParaRPr lang="en-GB" sz="2200" dirty="0">
              <a:latin typeface="Times New Roman"/>
              <a:ea typeface="+mn-lt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GB" sz="2200" b="1" dirty="0">
                <a:latin typeface="Times New Roman"/>
                <a:ea typeface="+mn-lt"/>
                <a:cs typeface="+mn-lt"/>
              </a:rPr>
              <a:t>Logistics:</a:t>
            </a:r>
            <a:r>
              <a:rPr lang="en-GB" sz="2200" dirty="0">
                <a:latin typeface="Times New Roman"/>
                <a:ea typeface="+mn-lt"/>
                <a:cs typeface="+mn-lt"/>
              </a:rPr>
              <a:t> Route optimization for erratic urban traffic (e.g., Lagos/Abuja).</a:t>
            </a:r>
            <a:endParaRPr lang="en-GB" sz="2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734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23177-6E79-9DDD-7DAC-FF3CEBD6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0B4ED2-C158-4234-8FAA-211AA047B098}"/>
              </a:ext>
            </a:extLst>
          </p:cNvPr>
          <p:cNvSpPr txBox="1"/>
          <p:nvPr/>
        </p:nvSpPr>
        <p:spPr>
          <a:xfrm>
            <a:off x="1100667" y="299573"/>
            <a:ext cx="917600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>
                <a:solidFill>
                  <a:schemeClr val="accent3">
                    <a:lumMod val="76000"/>
                  </a:schemeClr>
                </a:solidFill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Stakeholders Mapping</a:t>
            </a:r>
            <a:endParaRPr lang="en-US" sz="4000" dirty="0">
              <a:solidFill>
                <a:schemeClr val="accent3">
                  <a:lumMod val="76000"/>
                </a:schemeClr>
              </a:solidFill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C9C1FC-64E3-F489-ADF7-CD0AB08644BD}"/>
              </a:ext>
            </a:extLst>
          </p:cNvPr>
          <p:cNvSpPr txBox="1"/>
          <p:nvPr/>
        </p:nvSpPr>
        <p:spPr>
          <a:xfrm>
            <a:off x="519636" y="1351198"/>
            <a:ext cx="1115098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/>
              <a:t>You</a:t>
            </a:r>
            <a:r>
              <a:rPr lang="en-GB" sz="2400" dirty="0">
                <a:ea typeface="+mn-lt"/>
                <a:cs typeface="+mn-lt"/>
              </a:rPr>
              <a:t> cannot build AI in a vacuum. Every AI solution lives in an ecosystem. Who are the players? </a:t>
            </a:r>
            <a:endParaRPr lang="en-US" dirty="0">
              <a:ea typeface="+mn-lt"/>
              <a:cs typeface="+mn-lt"/>
            </a:endParaRPr>
          </a:p>
          <a:p>
            <a:r>
              <a:rPr lang="en-GB" sz="2400" dirty="0">
                <a:ea typeface="+mn-lt"/>
                <a:cs typeface="+mn-lt"/>
              </a:rPr>
              <a:t>You must identify:</a:t>
            </a: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GB" sz="2400" b="1" dirty="0">
                <a:ea typeface="+mn-lt"/>
                <a:cs typeface="+mn-lt"/>
              </a:rPr>
              <a:t>Primary Users/Beneficiaries:</a:t>
            </a:r>
            <a:r>
              <a:rPr lang="en-GB" sz="2400" dirty="0">
                <a:ea typeface="+mn-lt"/>
                <a:cs typeface="+mn-lt"/>
              </a:rPr>
              <a:t> Those whose daily lives are improved. Who interacts with the model/app? (e.g., the small holder farmer) or Who gains from the output? (e.g., the consumer paying lower prices).</a:t>
            </a:r>
            <a:endParaRPr lang="en-GB" dirty="0"/>
          </a:p>
          <a:p>
            <a:pPr marL="342900" indent="-342900">
              <a:buFont typeface="Arial"/>
              <a:buChar char="•"/>
            </a:pPr>
            <a:r>
              <a:rPr lang="en-GB" sz="2400" b="1" dirty="0">
                <a:ea typeface="+mn-lt"/>
                <a:cs typeface="+mn-lt"/>
              </a:rPr>
              <a:t>Data Providers:</a:t>
            </a:r>
            <a:r>
              <a:rPr lang="en-GB" sz="2400" dirty="0">
                <a:ea typeface="+mn-lt"/>
                <a:cs typeface="+mn-lt"/>
              </a:rPr>
              <a:t> Agencies or private firms that hold the historical records.</a:t>
            </a:r>
            <a:endParaRPr lang="en-GB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GB" sz="2400" b="1" dirty="0">
                <a:ea typeface="+mn-lt"/>
                <a:cs typeface="+mn-lt"/>
              </a:rPr>
              <a:t>Decision Makers/Gatekeepers:</a:t>
            </a:r>
            <a:r>
              <a:rPr lang="en-GB" sz="2400" dirty="0">
                <a:ea typeface="+mn-lt"/>
                <a:cs typeface="+mn-lt"/>
              </a:rPr>
              <a:t> The authorities who must approve or fund the deployment. Who can stop your project? (e.g., Regulators like NITDA or CBN).</a:t>
            </a:r>
            <a:endParaRPr lang="en-GB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GB" sz="2400" b="1" dirty="0">
                <a:ea typeface="+mn-lt"/>
                <a:cs typeface="+mn-lt"/>
              </a:rPr>
              <a:t>The "Human-in-the-Loop":</a:t>
            </a:r>
            <a:r>
              <a:rPr lang="en-GB" sz="2400" dirty="0">
                <a:ea typeface="+mn-lt"/>
                <a:cs typeface="+mn-lt"/>
              </a:rPr>
              <a:t> Who validates the AI’s output before action is taken?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823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27D56F-6A20-5C99-E8DE-9713F5C3E7A4}"/>
              </a:ext>
            </a:extLst>
          </p:cNvPr>
          <p:cNvSpPr txBox="1"/>
          <p:nvPr/>
        </p:nvSpPr>
        <p:spPr>
          <a:xfrm>
            <a:off x="655123" y="278852"/>
            <a:ext cx="909372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dirty="0">
                <a:solidFill>
                  <a:schemeClr val="accent3">
                    <a:lumMod val="76000"/>
                  </a:schemeClr>
                </a:solidFill>
                <a:ea typeface="+mn-lt"/>
                <a:cs typeface="+mn-lt"/>
              </a:rPr>
              <a:t>The Iceberg Model</a:t>
            </a:r>
            <a:endParaRPr lang="en-US" dirty="0">
              <a:solidFill>
                <a:schemeClr val="accent3">
                  <a:lumMod val="76000"/>
                </a:schemeClr>
              </a:solidFill>
            </a:endParaRPr>
          </a:p>
        </p:txBody>
      </p:sp>
      <p:pic>
        <p:nvPicPr>
          <p:cNvPr id="6" name="Picture 5" descr="Image of a Stakeholder Power/Interest Matrix">
            <a:extLst>
              <a:ext uri="{FF2B5EF4-FFF2-40B4-BE49-F238E27FC236}">
                <a16:creationId xmlns:a16="http://schemas.microsoft.com/office/drawing/2014/main" id="{26465FCC-6B97-D1C2-ADEC-9CB86A0C4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29939-3F9A-DB55-3850-59C2F3A8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689D81A-ED31-2100-15DE-88FF715F49D7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B3F4E3B-DE87-938B-E41A-23C5616A0CBC}"/>
              </a:ext>
            </a:extLst>
          </p:cNvPr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3BD813-B597-A646-A715-4F835B792D52}"/>
              </a:ext>
            </a:extLst>
          </p:cNvPr>
          <p:cNvSpPr txBox="1"/>
          <p:nvPr/>
        </p:nvSpPr>
        <p:spPr>
          <a:xfrm>
            <a:off x="655123" y="278852"/>
            <a:ext cx="909372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dirty="0">
                <a:solidFill>
                  <a:schemeClr val="accent3">
                    <a:lumMod val="76000"/>
                  </a:schemeClr>
                </a:solidFill>
                <a:ea typeface="+mn-lt"/>
                <a:cs typeface="+mn-lt"/>
              </a:rPr>
              <a:t>The 3 Pillars of AI Feasibility</a:t>
            </a:r>
            <a:endParaRPr lang="en-US" dirty="0">
              <a:solidFill>
                <a:schemeClr val="accent3">
                  <a:lumMod val="76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0BE03-132A-9E4F-A11D-98C6956B0695}"/>
              </a:ext>
            </a:extLst>
          </p:cNvPr>
          <p:cNvSpPr txBox="1"/>
          <p:nvPr/>
        </p:nvSpPr>
        <p:spPr>
          <a:xfrm>
            <a:off x="848392" y="1473837"/>
            <a:ext cx="10650481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2200" dirty="0">
                <a:latin typeface="Times New Roman"/>
                <a:ea typeface="+mn-lt"/>
                <a:cs typeface="+mn-lt"/>
              </a:rPr>
              <a:t>Before writing code, ask these technical questions. Can AI actually solve this? Evaluate your idea against these:</a:t>
            </a:r>
            <a:endParaRPr lang="en-US" sz="2200">
              <a:latin typeface="Times New Roman"/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200" b="1" dirty="0">
                <a:latin typeface="Times New Roman"/>
                <a:ea typeface="+mn-lt"/>
                <a:cs typeface="+mn-lt"/>
              </a:rPr>
              <a:t>Data Availability:</a:t>
            </a:r>
            <a:r>
              <a:rPr lang="en-GB" sz="2200" dirty="0">
                <a:latin typeface="Times New Roman"/>
                <a:ea typeface="+mn-lt"/>
                <a:cs typeface="+mn-lt"/>
              </a:rPr>
              <a:t> Do we have—or can we get—clean, labelled data in Nigeria? Does digital, structured, or semi-structured data exist?</a:t>
            </a:r>
            <a:endParaRPr lang="en-GB" sz="220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200" b="1" dirty="0">
                <a:latin typeface="Times New Roman"/>
                <a:ea typeface="+mn-lt"/>
                <a:cs typeface="+mn-lt"/>
              </a:rPr>
              <a:t>Pattern Presence:</a:t>
            </a:r>
            <a:r>
              <a:rPr lang="en-GB" sz="2200" dirty="0">
                <a:latin typeface="Times New Roman"/>
                <a:ea typeface="+mn-lt"/>
                <a:cs typeface="+mn-lt"/>
              </a:rPr>
              <a:t> Is there a repeatable pattern that a machine can learn?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n-GB" sz="2200" b="1" dirty="0">
                <a:latin typeface="Times New Roman"/>
                <a:ea typeface="+mn-lt"/>
                <a:cs typeface="+mn-lt"/>
              </a:rPr>
              <a:t>Cost of Error:</a:t>
            </a:r>
            <a:r>
              <a:rPr lang="en-GB" sz="2200" dirty="0">
                <a:latin typeface="Times New Roman"/>
                <a:ea typeface="+mn-lt"/>
                <a:cs typeface="+mn-lt"/>
              </a:rPr>
              <a:t> What happens if the model is wrong? (High-risk vs. Low-risk).</a:t>
            </a:r>
          </a:p>
          <a:p>
            <a:pPr marL="342900" indent="-342900" algn="just">
              <a:buFont typeface="Arial"/>
              <a:buChar char="•"/>
            </a:pPr>
            <a:r>
              <a:rPr lang="en-GB" sz="2200" b="1" dirty="0">
                <a:latin typeface="Times New Roman"/>
                <a:ea typeface="+mn-lt"/>
                <a:cs typeface="+mn-lt"/>
              </a:rPr>
              <a:t>Technical Viability:</a:t>
            </a:r>
            <a:r>
              <a:rPr lang="en-GB" sz="2200" dirty="0">
                <a:latin typeface="Times New Roman"/>
                <a:ea typeface="+mn-lt"/>
                <a:cs typeface="+mn-lt"/>
              </a:rPr>
              <a:t> Is this a simple prediction (ML) or a complex vision task (DL)? Do we have the compute power?</a:t>
            </a:r>
            <a:endParaRPr lang="en-GB" sz="2200">
              <a:latin typeface="Times New Roman"/>
              <a:cs typeface="Times New Roman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en-GB" sz="2200" b="1" dirty="0">
                <a:latin typeface="Times New Roman"/>
                <a:ea typeface="+mn-lt"/>
                <a:cs typeface="+mn-lt"/>
              </a:rPr>
              <a:t>Deployment:</a:t>
            </a:r>
            <a:r>
              <a:rPr lang="en-GB" sz="2200" dirty="0">
                <a:latin typeface="Times New Roman"/>
                <a:ea typeface="+mn-lt"/>
                <a:cs typeface="+mn-lt"/>
              </a:rPr>
              <a:t> Does the target environment have the connectivity/hardware to run the model?</a:t>
            </a:r>
          </a:p>
          <a:p>
            <a:pPr marL="342900" indent="-342900" algn="just">
              <a:buFont typeface="Arial"/>
              <a:buChar char="•"/>
            </a:pPr>
            <a:r>
              <a:rPr lang="en-GB" sz="2200" b="1" dirty="0">
                <a:latin typeface="Times New Roman"/>
                <a:ea typeface="+mn-lt"/>
                <a:cs typeface="+mn-lt"/>
              </a:rPr>
              <a:t>Value Impact:</a:t>
            </a:r>
            <a:r>
              <a:rPr lang="en-GB" sz="2200" dirty="0">
                <a:latin typeface="Times New Roman"/>
                <a:ea typeface="+mn-lt"/>
                <a:cs typeface="+mn-lt"/>
              </a:rPr>
              <a:t> Is the "lift" from AI worth the cost? (e.g., Is a 5% increase in crop yield worth a $10,000 model?).</a:t>
            </a:r>
            <a:endParaRPr lang="en-GB" sz="2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5810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78DA9-4A85-74EA-7780-58C5C112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CA03B4A-ED8C-EEEE-C9BE-1EA050DB89BA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527B40-5BC3-62B0-3743-ECEA138D473F}"/>
              </a:ext>
            </a:extLst>
          </p:cNvPr>
          <p:cNvSpPr txBox="1"/>
          <p:nvPr/>
        </p:nvSpPr>
        <p:spPr>
          <a:xfrm>
            <a:off x="1014956" y="151852"/>
            <a:ext cx="937947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dirty="0">
                <a:solidFill>
                  <a:schemeClr val="accent3">
                    <a:lumMod val="76000"/>
                  </a:schemeClr>
                </a:solidFill>
                <a:ea typeface="+mn-lt"/>
                <a:cs typeface="+mn-lt"/>
              </a:rPr>
              <a:t>Activity – Group Breakout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821204-A0B7-991E-BA22-F18746E80C0F}"/>
              </a:ext>
            </a:extLst>
          </p:cNvPr>
          <p:cNvSpPr txBox="1"/>
          <p:nvPr/>
        </p:nvSpPr>
        <p:spPr>
          <a:xfrm>
            <a:off x="639811" y="1578841"/>
            <a:ext cx="10851764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2800" b="1" dirty="0">
                <a:latin typeface="Times New Roman"/>
                <a:ea typeface="+mn-lt"/>
                <a:cs typeface="+mn-lt"/>
              </a:rPr>
              <a:t>Task:</a:t>
            </a:r>
            <a:r>
              <a:rPr lang="en-GB" sz="2800" dirty="0">
                <a:latin typeface="Times New Roman"/>
                <a:ea typeface="+mn-lt"/>
                <a:cs typeface="+mn-lt"/>
              </a:rPr>
              <a:t> Identify one localised problem and fill the "Problem Canvas."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800" b="1" dirty="0">
                <a:latin typeface="Times New Roman"/>
                <a:ea typeface="+mn-lt"/>
                <a:cs typeface="+mn-lt"/>
              </a:rPr>
              <a:t>Step 1:</a:t>
            </a:r>
            <a:r>
              <a:rPr lang="en-GB" sz="2800" dirty="0">
                <a:latin typeface="Times New Roman"/>
                <a:ea typeface="+mn-lt"/>
                <a:cs typeface="+mn-lt"/>
              </a:rPr>
              <a:t> Write a the "Problem Statement" in one or two sentences.</a:t>
            </a:r>
          </a:p>
          <a:p>
            <a:pPr marL="285750" indent="-285750" algn="just">
              <a:buFont typeface="Arial"/>
              <a:buChar char="•"/>
            </a:pPr>
            <a:r>
              <a:rPr lang="en-GB" sz="2800" b="1" dirty="0">
                <a:latin typeface="Times New Roman"/>
                <a:ea typeface="+mn-lt"/>
                <a:cs typeface="+mn-lt"/>
              </a:rPr>
              <a:t>Step 2:</a:t>
            </a:r>
            <a:r>
              <a:rPr lang="en-GB" sz="2800" dirty="0">
                <a:latin typeface="Times New Roman"/>
                <a:ea typeface="+mn-lt"/>
                <a:cs typeface="+mn-lt"/>
              </a:rPr>
              <a:t> List 3/4 key stakeholders (Primary Users, Gatekeepers, etc.).</a:t>
            </a:r>
          </a:p>
          <a:p>
            <a:pPr marL="285750" indent="-285750" algn="just">
              <a:buFont typeface="Arial"/>
              <a:buChar char="•"/>
            </a:pPr>
            <a:r>
              <a:rPr lang="en-GB" sz="2800" b="1" dirty="0">
                <a:latin typeface="Times New Roman"/>
                <a:ea typeface="+mn-lt"/>
                <a:cs typeface="+mn-lt"/>
              </a:rPr>
              <a:t>Step 3: </a:t>
            </a:r>
            <a:r>
              <a:rPr lang="en-GB" sz="2800" dirty="0">
                <a:latin typeface="Times New Roman"/>
                <a:ea typeface="+mn-lt"/>
                <a:cs typeface="+mn-lt"/>
              </a:rPr>
              <a:t>Rate your </a:t>
            </a:r>
            <a:r>
              <a:rPr lang="en-GB" sz="2800" b="1" dirty="0">
                <a:latin typeface="Times New Roman"/>
                <a:ea typeface="+mn-lt"/>
                <a:cs typeface="+mn-lt"/>
              </a:rPr>
              <a:t>Data Feasibility</a:t>
            </a:r>
            <a:r>
              <a:rPr lang="en-GB" sz="2800" dirty="0">
                <a:latin typeface="Times New Roman"/>
                <a:ea typeface="+mn-lt"/>
                <a:cs typeface="+mn-lt"/>
              </a:rPr>
              <a:t> (1-10) and justify why.</a:t>
            </a:r>
          </a:p>
          <a:p>
            <a:pPr marL="285750" indent="-285750" algn="just">
              <a:buFont typeface="Arial"/>
              <a:buChar char="•"/>
            </a:pPr>
            <a:r>
              <a:rPr lang="en-GB" sz="2800" b="1" dirty="0">
                <a:latin typeface="Times New Roman"/>
                <a:ea typeface="+mn-lt"/>
                <a:cs typeface="+mn-lt"/>
              </a:rPr>
              <a:t>Step 4:</a:t>
            </a:r>
            <a:r>
              <a:rPr lang="en-GB" sz="2800" dirty="0">
                <a:latin typeface="Times New Roman"/>
                <a:ea typeface="+mn-lt"/>
                <a:cs typeface="+mn-lt"/>
              </a:rPr>
              <a:t> Propose a learning paradigm (Supervised, Unsupervised, etc.) and the required data.</a:t>
            </a:r>
            <a:endParaRPr lang="en-GB" sz="28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800" b="1" dirty="0">
                <a:latin typeface="Times New Roman"/>
                <a:ea typeface="+mn-lt"/>
                <a:cs typeface="+mn-lt"/>
              </a:rPr>
              <a:t>Step 4:</a:t>
            </a:r>
            <a:r>
              <a:rPr lang="en-GB" sz="2800" dirty="0">
                <a:latin typeface="Times New Roman"/>
                <a:ea typeface="+mn-lt"/>
                <a:cs typeface="+mn-lt"/>
              </a:rPr>
              <a:t> Identify the biggest "blocker" to feasibility.</a:t>
            </a:r>
          </a:p>
          <a:p>
            <a:pPr marL="285750" indent="-285750" algn="just">
              <a:buFont typeface="Arial"/>
              <a:buChar char="•"/>
            </a:pPr>
            <a:r>
              <a:rPr lang="en-GB" sz="2800" b="1" dirty="0">
                <a:latin typeface="Times New Roman"/>
                <a:cs typeface="Times New Roman"/>
              </a:rPr>
              <a:t>Output: </a:t>
            </a:r>
            <a:r>
              <a:rPr lang="en-GB" sz="2800" dirty="0">
                <a:latin typeface="Times New Roman"/>
                <a:ea typeface="+mn-lt"/>
                <a:cs typeface="+mn-lt"/>
              </a:rPr>
              <a:t>Prepare a 2-minute "Elevator Pitch" for the class.</a:t>
            </a:r>
          </a:p>
        </p:txBody>
      </p:sp>
    </p:spTree>
    <p:extLst>
      <p:ext uri="{BB962C8B-B14F-4D97-AF65-F5344CB8AC3E}">
        <p14:creationId xmlns:p14="http://schemas.microsoft.com/office/powerpoint/2010/main" val="1066914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0D528-D5C9-89A2-4DB1-F7BB2D90C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A9A218A-5658-ED77-4DA6-7FDB53739F1B}"/>
              </a:ext>
            </a:extLst>
          </p:cNvPr>
          <p:cNvSpPr txBox="1"/>
          <p:nvPr/>
        </p:nvSpPr>
        <p:spPr>
          <a:xfrm>
            <a:off x="1096091" y="912944"/>
            <a:ext cx="6888960" cy="5203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CE4177-C4ED-D431-8B59-1B358A0B3F59}"/>
              </a:ext>
            </a:extLst>
          </p:cNvPr>
          <p:cNvSpPr txBox="1"/>
          <p:nvPr/>
        </p:nvSpPr>
        <p:spPr>
          <a:xfrm>
            <a:off x="348711" y="245389"/>
            <a:ext cx="99576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b="1" dirty="0">
                <a:solidFill>
                  <a:schemeClr val="accent3">
                    <a:lumMod val="49000"/>
                  </a:schemeClr>
                </a:solidFill>
                <a:latin typeface="Times New Roman"/>
                <a:cs typeface="Times New Roman"/>
              </a:rPr>
              <a:t>Peer Feedback &amp; Critique</a:t>
            </a:r>
            <a:endParaRPr lang="en-US" sz="3600">
              <a:solidFill>
                <a:schemeClr val="accent3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AEC5C4-1E7A-475E-42ED-6D9D093E04E9}"/>
              </a:ext>
            </a:extLst>
          </p:cNvPr>
          <p:cNvSpPr txBox="1"/>
          <p:nvPr/>
        </p:nvSpPr>
        <p:spPr>
          <a:xfrm>
            <a:off x="467591" y="1430674"/>
            <a:ext cx="11006665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latin typeface="Times New Roman"/>
                <a:ea typeface="+mn-lt"/>
                <a:cs typeface="+mn-lt"/>
              </a:rPr>
              <a:t>Groups will present for 3 minutes. Peers should critique based on:</a:t>
            </a:r>
            <a:endParaRPr lang="en-US" sz="2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 dirty="0">
                <a:latin typeface="Times New Roman"/>
                <a:ea typeface="+mn-lt"/>
                <a:cs typeface="+mn-lt"/>
              </a:rPr>
              <a:t>Specificity: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Is the problem too broad (e.g., "Fixing Poverty")?</a:t>
            </a:r>
            <a:endParaRPr lang="en-GB" sz="24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 dirty="0">
                <a:latin typeface="Times New Roman"/>
                <a:ea typeface="+mn-lt"/>
                <a:cs typeface="+mn-lt"/>
              </a:rPr>
              <a:t>Data Realism: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Is the required data actually accessible in Nigeria?</a:t>
            </a:r>
            <a:endParaRPr lang="en-GB" sz="24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 dirty="0">
                <a:latin typeface="Times New Roman"/>
                <a:ea typeface="+mn-lt"/>
                <a:cs typeface="+mn-lt"/>
              </a:rPr>
              <a:t>Actionability: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Does the AI output lead to a clear real-world action?</a:t>
            </a:r>
            <a:endParaRPr lang="en-GB" sz="2400" dirty="0">
              <a:latin typeface="Times New Roman"/>
              <a:cs typeface="Times New Roman"/>
            </a:endParaRPr>
          </a:p>
          <a:p>
            <a:endParaRPr lang="en-GB" sz="2400" b="1" dirty="0">
              <a:latin typeface="Times New Roman"/>
              <a:cs typeface="Times New Roman"/>
            </a:endParaRPr>
          </a:p>
          <a:p>
            <a:r>
              <a:rPr lang="en-GB" sz="2400" dirty="0">
                <a:latin typeface="Times New Roman"/>
                <a:ea typeface="+mn-lt"/>
                <a:cs typeface="+mn-lt"/>
              </a:rPr>
              <a:t>When listening to other groups, ask these "Hard Questions":</a:t>
            </a:r>
            <a:endParaRPr lang="en-GB" sz="24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2400" i="1" dirty="0">
                <a:latin typeface="Times New Roman"/>
                <a:ea typeface="+mn-lt"/>
                <a:cs typeface="+mn-lt"/>
              </a:rPr>
              <a:t>"Where exactly will you get the data from?"</a:t>
            </a:r>
            <a:endParaRPr lang="en-GB" sz="24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2400" i="1" dirty="0">
                <a:latin typeface="Times New Roman"/>
                <a:ea typeface="+mn-lt"/>
                <a:cs typeface="+mn-lt"/>
              </a:rPr>
              <a:t>"Does this actually need AI, or just a better spreadsheet/website?"</a:t>
            </a:r>
            <a:endParaRPr lang="en-GB" sz="24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2400" i="1" dirty="0">
                <a:latin typeface="Times New Roman"/>
                <a:ea typeface="+mn-lt"/>
                <a:cs typeface="+mn-lt"/>
              </a:rPr>
              <a:t>"What happens if the model is wrong 10% of the time? Is it dangerous?"</a:t>
            </a:r>
          </a:p>
        </p:txBody>
      </p:sp>
    </p:spTree>
    <p:extLst>
      <p:ext uri="{BB962C8B-B14F-4D97-AF65-F5344CB8AC3E}">
        <p14:creationId xmlns:p14="http://schemas.microsoft.com/office/powerpoint/2010/main" val="3575366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59B1C-31F7-9454-C8DB-8B4DB5252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0961C6C-94D5-CFB5-23C1-98698BE85D11}"/>
              </a:ext>
            </a:extLst>
          </p:cNvPr>
          <p:cNvSpPr txBox="1"/>
          <p:nvPr/>
        </p:nvSpPr>
        <p:spPr>
          <a:xfrm>
            <a:off x="1096091" y="912944"/>
            <a:ext cx="6888960" cy="5203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BF829E-38F3-DE3E-8AD1-CAA9ED3E1652}"/>
              </a:ext>
            </a:extLst>
          </p:cNvPr>
          <p:cNvSpPr txBox="1"/>
          <p:nvPr/>
        </p:nvSpPr>
        <p:spPr>
          <a:xfrm>
            <a:off x="348711" y="245389"/>
            <a:ext cx="99576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dirty="0">
                <a:solidFill>
                  <a:schemeClr val="accent3">
                    <a:lumMod val="49000"/>
                  </a:schemeClr>
                </a:solidFill>
                <a:ea typeface="+mn-lt"/>
                <a:cs typeface="+mn-lt"/>
              </a:rPr>
              <a:t>📋 AI Problem Canvas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610E50-FBC5-E5E7-1AB1-49474E886184}"/>
              </a:ext>
            </a:extLst>
          </p:cNvPr>
          <p:cNvSpPr txBox="1"/>
          <p:nvPr/>
        </p:nvSpPr>
        <p:spPr>
          <a:xfrm>
            <a:off x="351174" y="1039091"/>
            <a:ext cx="11006665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 b="1" dirty="0">
                <a:latin typeface="Times New Roman"/>
                <a:cs typeface="Times New Roman"/>
              </a:rPr>
              <a:t>Group</a:t>
            </a:r>
            <a:r>
              <a:rPr lang="en-GB" sz="1200" b="1" dirty="0">
                <a:latin typeface="Times New Roman"/>
                <a:ea typeface="+mn-lt"/>
                <a:cs typeface="+mn-lt"/>
              </a:rPr>
              <a:t> Name:</a:t>
            </a:r>
            <a:r>
              <a:rPr lang="en-GB" sz="1200" dirty="0">
                <a:latin typeface="Times New Roman"/>
                <a:ea typeface="+mn-lt"/>
                <a:cs typeface="+mn-lt"/>
              </a:rPr>
              <a:t> ___________________________</a:t>
            </a:r>
            <a:endParaRPr lang="en-GB" sz="1200" dirty="0">
              <a:latin typeface="Times New Roman"/>
              <a:cs typeface="Times New Roman"/>
            </a:endParaRPr>
          </a:p>
          <a:p>
            <a:endParaRPr lang="en-GB" sz="1200" b="1" dirty="0">
              <a:latin typeface="Times New Roman"/>
              <a:ea typeface="+mn-lt"/>
              <a:cs typeface="+mn-lt"/>
            </a:endParaRPr>
          </a:p>
          <a:p>
            <a:r>
              <a:rPr lang="en-GB" sz="1200" b="1" dirty="0">
                <a:latin typeface="Times New Roman"/>
                <a:ea typeface="+mn-lt"/>
                <a:cs typeface="+mn-lt"/>
              </a:rPr>
              <a:t>The Problem Title:</a:t>
            </a:r>
            <a:r>
              <a:rPr lang="en-GB" sz="1200" dirty="0">
                <a:latin typeface="Times New Roman"/>
                <a:ea typeface="+mn-lt"/>
                <a:cs typeface="+mn-lt"/>
              </a:rPr>
              <a:t> ____________________________________________________</a:t>
            </a:r>
            <a:br>
              <a:rPr lang="en-US" sz="1200" dirty="0">
                <a:latin typeface="Times New Roman"/>
              </a:rPr>
            </a:br>
            <a:endParaRPr lang="en-US" sz="1200">
              <a:latin typeface="Times New Roman"/>
              <a:cs typeface="Times New Roman"/>
            </a:endParaRPr>
          </a:p>
          <a:p>
            <a:r>
              <a:rPr lang="en-GB" sz="1200" dirty="0">
                <a:latin typeface="Times New Roman"/>
                <a:cs typeface="Times New Roman"/>
              </a:rPr>
              <a:t>1. The Problem Statement</a:t>
            </a:r>
          </a:p>
          <a:p>
            <a:r>
              <a:rPr lang="en-GB" sz="1200" i="1" dirty="0">
                <a:latin typeface="Times New Roman"/>
                <a:ea typeface="+mn-lt"/>
                <a:cs typeface="+mn-lt"/>
              </a:rPr>
              <a:t>Describe the inefficiency or pain point. Who is suffering, and what is the current manual "workaround"?</a:t>
            </a:r>
            <a:endParaRPr lang="en-GB" sz="1200" dirty="0">
              <a:latin typeface="Times New Roman"/>
              <a:cs typeface="Times New Roman"/>
            </a:endParaRPr>
          </a:p>
          <a:p>
            <a:r>
              <a:rPr lang="en-GB" sz="1200" b="1" dirty="0">
                <a:latin typeface="Times New Roman"/>
                <a:ea typeface="+mn-lt"/>
                <a:cs typeface="+mn-lt"/>
              </a:rPr>
              <a:t>Drafting Tip:</a:t>
            </a:r>
            <a:r>
              <a:rPr lang="en-GB" sz="1200" dirty="0">
                <a:latin typeface="Times New Roman"/>
                <a:ea typeface="+mn-lt"/>
                <a:cs typeface="+mn-lt"/>
              </a:rPr>
              <a:t> Avoid "We want to build an app." Instead, try "Smallholder farmers lose 30% of crops to pests because they lack early detection tools."</a:t>
            </a:r>
            <a:endParaRPr lang="en-GB" sz="1200" dirty="0">
              <a:latin typeface="Times New Roman"/>
              <a:cs typeface="Times New Roman"/>
            </a:endParaRPr>
          </a:p>
          <a:p>
            <a:endParaRPr lang="en-GB" sz="1200" dirty="0">
              <a:latin typeface="Times New Roman"/>
              <a:cs typeface="Times New Roman"/>
            </a:endParaRPr>
          </a:p>
          <a:p>
            <a:r>
              <a:rPr lang="en-GB" sz="1200" dirty="0">
                <a:latin typeface="Times New Roman"/>
                <a:cs typeface="Times New Roman"/>
              </a:rPr>
              <a:t>2. Stakeholder Analysis</a:t>
            </a:r>
          </a:p>
          <a:p>
            <a:pPr marL="742950" lvl="1" indent="-285750">
              <a:buFont typeface="Courier New"/>
              <a:buChar char="o"/>
            </a:pPr>
            <a:r>
              <a:rPr lang="en-GB" sz="1200" b="1" dirty="0">
                <a:latin typeface="Times New Roman"/>
                <a:ea typeface="+mn-lt"/>
                <a:cs typeface="+mn-lt"/>
              </a:rPr>
              <a:t>The Beneficiary:</a:t>
            </a:r>
            <a:r>
              <a:rPr lang="en-GB" sz="1200" dirty="0">
                <a:latin typeface="Times New Roman"/>
                <a:ea typeface="+mn-lt"/>
                <a:cs typeface="+mn-lt"/>
              </a:rPr>
              <a:t> (Who uses the solution?)</a:t>
            </a:r>
            <a:endParaRPr lang="en-GB" sz="1200" dirty="0">
              <a:latin typeface="Times New Roman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GB" sz="1200" b="1" dirty="0">
                <a:latin typeface="Times New Roman"/>
                <a:ea typeface="+mn-lt"/>
                <a:cs typeface="+mn-lt"/>
              </a:rPr>
              <a:t>The Buyer/Sponsor:</a:t>
            </a:r>
            <a:r>
              <a:rPr lang="en-GB" sz="1200" dirty="0">
                <a:latin typeface="Times New Roman"/>
                <a:ea typeface="+mn-lt"/>
                <a:cs typeface="+mn-lt"/>
              </a:rPr>
              <a:t> (Who pays for it?)</a:t>
            </a:r>
            <a:endParaRPr lang="en-GB" sz="1200" dirty="0">
              <a:latin typeface="Times New Roman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GB" sz="1200" b="1" dirty="0">
                <a:latin typeface="Times New Roman"/>
                <a:ea typeface="+mn-lt"/>
                <a:cs typeface="+mn-lt"/>
              </a:rPr>
              <a:t>The Data Gatekeeper:</a:t>
            </a:r>
            <a:r>
              <a:rPr lang="en-GB" sz="1200" dirty="0">
                <a:latin typeface="Times New Roman"/>
                <a:ea typeface="+mn-lt"/>
                <a:cs typeface="+mn-lt"/>
              </a:rPr>
              <a:t> (Who owns the records? e.g., NITDA, Banks, Hospitals)</a:t>
            </a:r>
            <a:endParaRPr lang="en-GB" sz="1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GB" sz="1200" dirty="0">
              <a:latin typeface="Times New Roman"/>
              <a:cs typeface="Times New Roman"/>
            </a:endParaRPr>
          </a:p>
          <a:p>
            <a:r>
              <a:rPr lang="en-GB" sz="1200" dirty="0">
                <a:latin typeface="Times New Roman"/>
                <a:cs typeface="Times New Roman"/>
              </a:rPr>
              <a:t>3. The AI Mechanism (Feasibility)</a:t>
            </a:r>
          </a:p>
          <a:p>
            <a:pPr marL="742950" lvl="1" indent="-285750">
              <a:buFont typeface="Courier New"/>
              <a:buChar char="o"/>
            </a:pPr>
            <a:r>
              <a:rPr lang="en-GB" sz="1200" b="1" dirty="0">
                <a:latin typeface="Times New Roman"/>
                <a:ea typeface="+mn-lt"/>
                <a:cs typeface="+mn-lt"/>
              </a:rPr>
              <a:t>Target Variable:</a:t>
            </a:r>
            <a:r>
              <a:rPr lang="en-GB" sz="1200" dirty="0">
                <a:latin typeface="Times New Roman"/>
                <a:ea typeface="+mn-lt"/>
                <a:cs typeface="+mn-lt"/>
              </a:rPr>
              <a:t> What specifically are you trying to predict or classify?</a:t>
            </a:r>
            <a:endParaRPr lang="en-GB" sz="1200" dirty="0">
              <a:latin typeface="Times New Roman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GB" sz="1200" b="1" dirty="0">
                <a:latin typeface="Times New Roman"/>
                <a:ea typeface="+mn-lt"/>
                <a:cs typeface="+mn-lt"/>
              </a:rPr>
              <a:t>Learning Paradigm:</a:t>
            </a:r>
            <a:r>
              <a:rPr lang="en-GB" sz="1200" dirty="0">
                <a:latin typeface="Times New Roman"/>
                <a:ea typeface="+mn-lt"/>
                <a:cs typeface="+mn-lt"/>
              </a:rPr>
              <a:t> (Supervised, Unsupervised, Reinforcement, etc.)</a:t>
            </a:r>
            <a:endParaRPr lang="en-GB" sz="1200" dirty="0">
              <a:latin typeface="Times New Roman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GB" sz="1200" b="1" dirty="0">
                <a:latin typeface="Times New Roman"/>
                <a:ea typeface="+mn-lt"/>
                <a:cs typeface="+mn-lt"/>
              </a:rPr>
              <a:t>Data Source:</a:t>
            </a:r>
            <a:r>
              <a:rPr lang="en-GB" sz="1200" dirty="0">
                <a:latin typeface="Times New Roman"/>
                <a:ea typeface="+mn-lt"/>
                <a:cs typeface="+mn-lt"/>
              </a:rPr>
              <a:t> Where will the data come from? (e.g., Satellite imagery, SMS logs, Field surveys)</a:t>
            </a:r>
            <a:endParaRPr lang="en-GB" sz="1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GB" sz="1200" dirty="0">
              <a:latin typeface="Times New Roman"/>
              <a:cs typeface="Times New Roman"/>
            </a:endParaRPr>
          </a:p>
          <a:p>
            <a:r>
              <a:rPr lang="en-GB" sz="1200" dirty="0">
                <a:latin typeface="Times New Roman"/>
                <a:cs typeface="Times New Roman"/>
              </a:rPr>
              <a:t>4. Nigerian Context &amp; Constraints</a:t>
            </a:r>
          </a:p>
          <a:p>
            <a:pPr marL="742950" lvl="1" indent="-285750">
              <a:buFont typeface="Courier New"/>
              <a:buChar char="o"/>
            </a:pPr>
            <a:r>
              <a:rPr lang="en-GB" sz="1200" b="1" dirty="0">
                <a:latin typeface="Times New Roman"/>
                <a:ea typeface="+mn-lt"/>
                <a:cs typeface="+mn-lt"/>
              </a:rPr>
              <a:t>Infrastructure:</a:t>
            </a:r>
            <a:r>
              <a:rPr lang="en-GB" sz="1200" dirty="0">
                <a:latin typeface="Times New Roman"/>
                <a:ea typeface="+mn-lt"/>
                <a:cs typeface="+mn-lt"/>
              </a:rPr>
              <a:t> Does this require constant 4G/5G? Can it work offline?</a:t>
            </a:r>
            <a:endParaRPr lang="en-GB" sz="1200" dirty="0">
              <a:latin typeface="Times New Roman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GB" sz="1200" b="1" dirty="0">
                <a:latin typeface="Times New Roman"/>
                <a:ea typeface="+mn-lt"/>
                <a:cs typeface="+mn-lt"/>
              </a:rPr>
              <a:t>Language/Culture:</a:t>
            </a:r>
            <a:r>
              <a:rPr lang="en-GB" sz="1200" dirty="0">
                <a:latin typeface="Times New Roman"/>
                <a:ea typeface="+mn-lt"/>
                <a:cs typeface="+mn-lt"/>
              </a:rPr>
              <a:t> Are there localized nuances (dialects, slang) the model needs to understand?</a:t>
            </a:r>
            <a:endParaRPr lang="en-GB" sz="1200" dirty="0">
              <a:latin typeface="Times New Roman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GB" sz="1200" b="1" dirty="0">
                <a:latin typeface="Times New Roman"/>
                <a:ea typeface="+mn-lt"/>
                <a:cs typeface="+mn-lt"/>
              </a:rPr>
              <a:t>Ethics &amp; Privacy:</a:t>
            </a:r>
            <a:r>
              <a:rPr lang="en-GB" sz="1200" dirty="0">
                <a:latin typeface="Times New Roman"/>
                <a:ea typeface="+mn-lt"/>
                <a:cs typeface="+mn-lt"/>
              </a:rPr>
              <a:t> Are there sensitivity issues around the data (e.g., tribal or religious data)?</a:t>
            </a:r>
            <a:endParaRPr lang="en-GB" sz="1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GB" sz="1200" dirty="0">
              <a:latin typeface="Times New Roman"/>
              <a:cs typeface="Times New Roman"/>
            </a:endParaRPr>
          </a:p>
          <a:p>
            <a:r>
              <a:rPr lang="en-GB" sz="1200" dirty="0">
                <a:latin typeface="Times New Roman"/>
                <a:cs typeface="Times New Roman"/>
              </a:rPr>
              <a:t>5. Success Metrics</a:t>
            </a:r>
          </a:p>
          <a:p>
            <a:pPr marL="742950" lvl="1" indent="-285750">
              <a:buFont typeface="Courier New"/>
              <a:buChar char="o"/>
            </a:pPr>
            <a:r>
              <a:rPr lang="en-GB" sz="1200" b="1" dirty="0">
                <a:latin typeface="Times New Roman"/>
                <a:ea typeface="+mn-lt"/>
                <a:cs typeface="+mn-lt"/>
              </a:rPr>
              <a:t>Technical Metric:</a:t>
            </a:r>
            <a:r>
              <a:rPr lang="en-GB" sz="1200" dirty="0">
                <a:latin typeface="Times New Roman"/>
                <a:ea typeface="+mn-lt"/>
                <a:cs typeface="+mn-lt"/>
              </a:rPr>
              <a:t> (e.g., F1-Score, RMSE, Accuracy)</a:t>
            </a:r>
            <a:endParaRPr lang="en-GB" sz="1200" dirty="0">
              <a:latin typeface="Times New Roman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GB" sz="1200" b="1" dirty="0">
                <a:latin typeface="Times New Roman"/>
                <a:ea typeface="+mn-lt"/>
                <a:cs typeface="+mn-lt"/>
              </a:rPr>
              <a:t>Impact Metric:</a:t>
            </a:r>
            <a:r>
              <a:rPr lang="en-GB" sz="1200" dirty="0">
                <a:latin typeface="Times New Roman"/>
                <a:ea typeface="+mn-lt"/>
                <a:cs typeface="+mn-lt"/>
              </a:rPr>
              <a:t> (e.g., "Reduce delivery time by 15%" or "Increase loan approval rates for women by 20%")</a:t>
            </a:r>
            <a:endParaRPr lang="en-GB" sz="1200" dirty="0">
              <a:latin typeface="Times New Roman"/>
              <a:cs typeface="Times New Roman"/>
            </a:endParaRPr>
          </a:p>
          <a:p>
            <a:endParaRPr lang="en-GB" sz="1200" dirty="0">
              <a:latin typeface="Times New Roman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4550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9D530E-CDF4-0AB8-DD55-FE9A8025841A}"/>
              </a:ext>
            </a:extLst>
          </p:cNvPr>
          <p:cNvSpPr txBox="1"/>
          <p:nvPr/>
        </p:nvSpPr>
        <p:spPr>
          <a:xfrm>
            <a:off x="383886" y="1420091"/>
            <a:ext cx="11060544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3200" b="1" dirty="0">
                <a:latin typeface="Times New Roman"/>
                <a:ea typeface="+mn-lt"/>
                <a:cs typeface="+mn-lt"/>
              </a:rPr>
              <a:t>Summary: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A well-defined problem is 50% of the solution.</a:t>
            </a:r>
          </a:p>
          <a:p>
            <a:pPr algn="just"/>
            <a:r>
              <a:rPr lang="en-GB" sz="3200" b="1" dirty="0">
                <a:latin typeface="Times New Roman"/>
                <a:ea typeface="+mn-lt"/>
                <a:cs typeface="+mn-lt"/>
              </a:rPr>
              <a:t>Refine: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Take the feedback to narrow your project scope. </a:t>
            </a:r>
            <a:endParaRPr lang="en-GB" sz="3200" dirty="0">
              <a:latin typeface="Times New Roman"/>
              <a:cs typeface="Times New Roman"/>
            </a:endParaRPr>
          </a:p>
          <a:p>
            <a:pPr algn="just"/>
            <a:r>
              <a:rPr lang="en-GB" sz="3200" b="1" dirty="0">
                <a:latin typeface="Times New Roman"/>
                <a:ea typeface="+mn-lt"/>
                <a:cs typeface="+mn-lt"/>
              </a:rPr>
              <a:t>Next Step: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Begin gathering data for the problems you identified today. Start investigating public data sources (e.g., NBS, Kaggle, or scraping).</a:t>
            </a:r>
            <a:endParaRPr lang="en-GB" sz="3200" dirty="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endParaRPr lang="en-GB" sz="32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40D686-DC9D-8EFF-31B9-E3E4DCD80F99}"/>
              </a:ext>
            </a:extLst>
          </p:cNvPr>
          <p:cNvSpPr txBox="1"/>
          <p:nvPr/>
        </p:nvSpPr>
        <p:spPr>
          <a:xfrm>
            <a:off x="1473006" y="415637"/>
            <a:ext cx="692919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b="1" dirty="0">
                <a:solidFill>
                  <a:schemeClr val="accent3">
                    <a:lumMod val="49000"/>
                  </a:schemeClr>
                </a:solidFill>
                <a:latin typeface="Times New Roman"/>
                <a:cs typeface="Times New Roman"/>
              </a:rPr>
              <a:t>Conclusion</a:t>
            </a:r>
            <a:endParaRPr lang="en-GB" sz="3600" dirty="0">
              <a:solidFill>
                <a:schemeClr val="accent3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4</Paragraphs>
  <Slides>10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PunchcardVTI</vt:lpstr>
      <vt:lpstr>PowerPoint Presentation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Liberty</dc:creator>
  <cp:lastModifiedBy>Tolulope Kehinde</cp:lastModifiedBy>
  <cp:revision>1757</cp:revision>
  <dcterms:created xsi:type="dcterms:W3CDTF">2025-11-05T12:47:00Z</dcterms:created>
  <dcterms:modified xsi:type="dcterms:W3CDTF">2026-02-04T21:53:17Z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448BF34DDA5D4604A6E5E58B330A1B12_12</vt:lpwstr>
  </property>
  <property fmtid="{D5CDD505-2E9C-101B-9397-08002B2CF9AE}" pid="3" name="KSOProductBuildVer">
    <vt:lpwstr>1033-12.9.0.21549</vt:lpwstr>
  </property>
</Properties>
</file>