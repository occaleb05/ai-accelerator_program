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7" r:id="rId2"/>
    <p:sldId id="259" r:id="rId3"/>
    <p:sldId id="279" r:id="rId4"/>
    <p:sldId id="280" r:id="rId5"/>
    <p:sldId id="260" r:id="rId6"/>
    <p:sldId id="281" r:id="rId7"/>
    <p:sldId id="261" r:id="rId8"/>
    <p:sldId id="262" r:id="rId9"/>
    <p:sldId id="282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3807F"/>
    <a:srgbClr val="45C2CA"/>
    <a:srgbClr val="48C3CB"/>
    <a:srgbClr val="FBA3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AF634B1-8AA5-5917-112B-B7B226C02628}" v="1409" dt="2026-02-01T23:39:07.716"/>
    <p1510:client id="{D76CD43F-0ED2-78F4-3CCB-732A264C2AF1}" v="622" dt="2026-02-02T01:04:26.17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lawale Abiodun Ogundeji (Dr.)" userId="S::wale@ahfid.org::bf7f3b58-5492-4b16-a9d7-34d40e1eb056" providerId="AD" clId="Web-{6A001E5D-2E17-0749-652C-1A18892185FF}"/>
    <pc:docChg chg="addSld modSld sldOrd">
      <pc:chgData name="Olawale Abiodun Ogundeji (Dr.)" userId="S::wale@ahfid.org::bf7f3b58-5492-4b16-a9d7-34d40e1eb056" providerId="AD" clId="Web-{6A001E5D-2E17-0749-652C-1A18892185FF}" dt="2026-01-29T21:27:36.234" v="1128" actId="14100"/>
      <pc:docMkLst>
        <pc:docMk/>
      </pc:docMkLst>
      <pc:sldChg chg="modSp">
        <pc:chgData name="Olawale Abiodun Ogundeji (Dr.)" userId="S::wale@ahfid.org::bf7f3b58-5492-4b16-a9d7-34d40e1eb056" providerId="AD" clId="Web-{6A001E5D-2E17-0749-652C-1A18892185FF}" dt="2026-01-28T13:04:02.086" v="0" actId="20577"/>
        <pc:sldMkLst>
          <pc:docMk/>
          <pc:sldMk cId="0" sldId="257"/>
        </pc:sldMkLst>
        <pc:spChg chg="mod">
          <ac:chgData name="Olawale Abiodun Ogundeji (Dr.)" userId="S::wale@ahfid.org::bf7f3b58-5492-4b16-a9d7-34d40e1eb056" providerId="AD" clId="Web-{6A001E5D-2E17-0749-652C-1A18892185FF}" dt="2026-01-28T13:04:02.086" v="0" actId="20577"/>
          <ac:spMkLst>
            <pc:docMk/>
            <pc:sldMk cId="0" sldId="257"/>
            <ac:spMk id="3" creationId="{9FC1A636-E70D-E210-F2FB-993CA5152805}"/>
          </ac:spMkLst>
        </pc:spChg>
      </pc:sldChg>
      <pc:sldChg chg="delSp modSp">
        <pc:chgData name="Olawale Abiodun Ogundeji (Dr.)" userId="S::wale@ahfid.org::bf7f3b58-5492-4b16-a9d7-34d40e1eb056" providerId="AD" clId="Web-{6A001E5D-2E17-0749-652C-1A18892185FF}" dt="2026-01-28T14:52:46.791" v="344" actId="20577"/>
        <pc:sldMkLst>
          <pc:docMk/>
          <pc:sldMk cId="0" sldId="260"/>
        </pc:sldMkLst>
        <pc:spChg chg="mod">
          <ac:chgData name="Olawale Abiodun Ogundeji (Dr.)" userId="S::wale@ahfid.org::bf7f3b58-5492-4b16-a9d7-34d40e1eb056" providerId="AD" clId="Web-{6A001E5D-2E17-0749-652C-1A18892185FF}" dt="2026-01-28T14:52:46.791" v="344" actId="20577"/>
          <ac:spMkLst>
            <pc:docMk/>
            <pc:sldMk cId="0" sldId="260"/>
            <ac:spMk id="3" creationId="{E027D56F-6A20-5C99-E8DE-9713F5C3E7A4}"/>
          </ac:spMkLst>
        </pc:spChg>
      </pc:sldChg>
      <pc:sldChg chg="modSp">
        <pc:chgData name="Olawale Abiodun Ogundeji (Dr.)" userId="S::wale@ahfid.org::bf7f3b58-5492-4b16-a9d7-34d40e1eb056" providerId="AD" clId="Web-{6A001E5D-2E17-0749-652C-1A18892185FF}" dt="2026-01-29T14:19:02.129" v="752"/>
        <pc:sldMkLst>
          <pc:docMk/>
          <pc:sldMk cId="0" sldId="261"/>
        </pc:sldMkLst>
        <pc:spChg chg="mod">
          <ac:chgData name="Olawale Abiodun Ogundeji (Dr.)" userId="S::wale@ahfid.org::bf7f3b58-5492-4b16-a9d7-34d40e1eb056" providerId="AD" clId="Web-{6A001E5D-2E17-0749-652C-1A18892185FF}" dt="2026-01-29T13:15:23.678" v="375" actId="20577"/>
          <ac:spMkLst>
            <pc:docMk/>
            <pc:sldMk cId="0" sldId="261"/>
            <ac:spMk id="3" creationId="{A3B888E1-21A9-92DA-0EF7-71449DF77B72}"/>
          </ac:spMkLst>
        </pc:spChg>
      </pc:sldChg>
      <pc:sldChg chg="addSp modSp">
        <pc:chgData name="Olawale Abiodun Ogundeji (Dr.)" userId="S::wale@ahfid.org::bf7f3b58-5492-4b16-a9d7-34d40e1eb056" providerId="AD" clId="Web-{6A001E5D-2E17-0749-652C-1A18892185FF}" dt="2026-01-29T15:20:27.055" v="767" actId="14100"/>
        <pc:sldMkLst>
          <pc:docMk/>
          <pc:sldMk cId="0" sldId="262"/>
        </pc:sldMkLst>
        <pc:spChg chg="add mod">
          <ac:chgData name="Olawale Abiodun Ogundeji (Dr.)" userId="S::wale@ahfid.org::bf7f3b58-5492-4b16-a9d7-34d40e1eb056" providerId="AD" clId="Web-{6A001E5D-2E17-0749-652C-1A18892185FF}" dt="2026-01-29T15:18:33.835" v="755" actId="20577"/>
          <ac:spMkLst>
            <pc:docMk/>
            <pc:sldMk cId="0" sldId="262"/>
            <ac:spMk id="6" creationId="{6B089900-F8A2-1144-7F84-08DC01145F5F}"/>
          </ac:spMkLst>
        </pc:spChg>
      </pc:sldChg>
      <pc:sldChg chg="addSp modSp">
        <pc:chgData name="Olawale Abiodun Ogundeji (Dr.)" userId="S::wale@ahfid.org::bf7f3b58-5492-4b16-a9d7-34d40e1eb056" providerId="AD" clId="Web-{6A001E5D-2E17-0749-652C-1A18892185FF}" dt="2026-01-29T21:21:27.734" v="1113" actId="20577"/>
        <pc:sldMkLst>
          <pc:docMk/>
          <pc:sldMk cId="0" sldId="265"/>
        </pc:sldMkLst>
        <pc:spChg chg="add mod">
          <ac:chgData name="Olawale Abiodun Ogundeji (Dr.)" userId="S::wale@ahfid.org::bf7f3b58-5492-4b16-a9d7-34d40e1eb056" providerId="AD" clId="Web-{6A001E5D-2E17-0749-652C-1A18892185FF}" dt="2026-01-29T21:21:27.734" v="1113" actId="20577"/>
          <ac:spMkLst>
            <pc:docMk/>
            <pc:sldMk cId="0" sldId="265"/>
            <ac:spMk id="2" creationId="{4196DDB5-C489-F798-1C1A-3C5EC45AFAE2}"/>
          </ac:spMkLst>
        </pc:spChg>
        <pc:spChg chg="add mod">
          <ac:chgData name="Olawale Abiodun Ogundeji (Dr.)" userId="S::wale@ahfid.org::bf7f3b58-5492-4b16-a9d7-34d40e1eb056" providerId="AD" clId="Web-{6A001E5D-2E17-0749-652C-1A18892185FF}" dt="2026-01-29T17:16:34.401" v="927" actId="20577"/>
          <ac:spMkLst>
            <pc:docMk/>
            <pc:sldMk cId="0" sldId="265"/>
            <ac:spMk id="3" creationId="{E4BB49E9-D967-C87A-2795-4DCE20C007DB}"/>
          </ac:spMkLst>
        </pc:spChg>
      </pc:sldChg>
      <pc:sldChg chg="addSp modSp">
        <pc:chgData name="Olawale Abiodun Ogundeji (Dr.)" userId="S::wale@ahfid.org::bf7f3b58-5492-4b16-a9d7-34d40e1eb056" providerId="AD" clId="Web-{6A001E5D-2E17-0749-652C-1A18892185FF}" dt="2026-01-28T13:07:52.972" v="50" actId="20577"/>
        <pc:sldMkLst>
          <pc:docMk/>
          <pc:sldMk cId="2768235767" sldId="280"/>
        </pc:sldMkLst>
        <pc:spChg chg="add mod">
          <ac:chgData name="Olawale Abiodun Ogundeji (Dr.)" userId="S::wale@ahfid.org::bf7f3b58-5492-4b16-a9d7-34d40e1eb056" providerId="AD" clId="Web-{6A001E5D-2E17-0749-652C-1A18892185FF}" dt="2026-01-28T13:07:52.972" v="50" actId="20577"/>
          <ac:spMkLst>
            <pc:docMk/>
            <pc:sldMk cId="2768235767" sldId="280"/>
            <ac:spMk id="4" creationId="{63C9C1FC-64E3-F489-ADF7-CD0AB08644BD}"/>
          </ac:spMkLst>
        </pc:spChg>
      </pc:sldChg>
      <pc:sldChg chg="addSp delSp modSp add replId">
        <pc:chgData name="Olawale Abiodun Ogundeji (Dr.)" userId="S::wale@ahfid.org::bf7f3b58-5492-4b16-a9d7-34d40e1eb056" providerId="AD" clId="Web-{6A001E5D-2E17-0749-652C-1A18892185FF}" dt="2026-01-29T14:06:46.695" v="726" actId="1076"/>
        <pc:sldMkLst>
          <pc:docMk/>
          <pc:sldMk cId="1066914800" sldId="281"/>
        </pc:sldMkLst>
        <pc:spChg chg="mod">
          <ac:chgData name="Olawale Abiodun Ogundeji (Dr.)" userId="S::wale@ahfid.org::bf7f3b58-5492-4b16-a9d7-34d40e1eb056" providerId="AD" clId="Web-{6A001E5D-2E17-0749-652C-1A18892185FF}" dt="2026-01-28T14:53:05.558" v="347" actId="20577"/>
          <ac:spMkLst>
            <pc:docMk/>
            <pc:sldMk cId="1066914800" sldId="281"/>
            <ac:spMk id="3" creationId="{88527B40-5BC3-62B0-3743-ECEA138D473F}"/>
          </ac:spMkLst>
        </pc:spChg>
      </pc:sldChg>
      <pc:sldChg chg="addSp delSp modSp add ord replId">
        <pc:chgData name="Olawale Abiodun Ogundeji (Dr.)" userId="S::wale@ahfid.org::bf7f3b58-5492-4b16-a9d7-34d40e1eb056" providerId="AD" clId="Web-{6A001E5D-2E17-0749-652C-1A18892185FF}" dt="2026-01-29T17:34:21.896" v="990" actId="1076"/>
        <pc:sldMkLst>
          <pc:docMk/>
          <pc:sldMk cId="783745987" sldId="282"/>
        </pc:sldMkLst>
      </pc:sldChg>
    </pc:docChg>
  </pc:docChgLst>
  <pc:docChgLst>
    <pc:chgData name="Olawale Abiodun Ogundeji (Dr.)" userId="S::wale@ahfid.org::bf7f3b58-5492-4b16-a9d7-34d40e1eb056" providerId="AD" clId="Web-{1914E8DD-0A47-7831-CE6F-235AEF630E52}"/>
    <pc:docChg chg="addSld modSld">
      <pc:chgData name="Olawale Abiodun Ogundeji (Dr.)" userId="S::wale@ahfid.org::bf7f3b58-5492-4b16-a9d7-34d40e1eb056" providerId="AD" clId="Web-{1914E8DD-0A47-7831-CE6F-235AEF630E52}" dt="2026-01-28T10:24:33.510" v="529" actId="14100"/>
      <pc:docMkLst>
        <pc:docMk/>
      </pc:docMkLst>
      <pc:sldChg chg="modSp">
        <pc:chgData name="Olawale Abiodun Ogundeji (Dr.)" userId="S::wale@ahfid.org::bf7f3b58-5492-4b16-a9d7-34d40e1eb056" providerId="AD" clId="Web-{1914E8DD-0A47-7831-CE6F-235AEF630E52}" dt="2026-01-27T16:19:59.943" v="83" actId="20577"/>
        <pc:sldMkLst>
          <pc:docMk/>
          <pc:sldMk cId="0" sldId="257"/>
        </pc:sldMkLst>
        <pc:spChg chg="mod">
          <ac:chgData name="Olawale Abiodun Ogundeji (Dr.)" userId="S::wale@ahfid.org::bf7f3b58-5492-4b16-a9d7-34d40e1eb056" providerId="AD" clId="Web-{1914E8DD-0A47-7831-CE6F-235AEF630E52}" dt="2026-01-27T16:19:59.943" v="83" actId="20577"/>
          <ac:spMkLst>
            <pc:docMk/>
            <pc:sldMk cId="0" sldId="257"/>
            <ac:spMk id="3" creationId="{9FC1A636-E70D-E210-F2FB-993CA5152805}"/>
          </ac:spMkLst>
        </pc:spChg>
      </pc:sldChg>
      <pc:sldChg chg="addSp delSp modSp modNotes">
        <pc:chgData name="Olawale Abiodun Ogundeji (Dr.)" userId="S::wale@ahfid.org::bf7f3b58-5492-4b16-a9d7-34d40e1eb056" providerId="AD" clId="Web-{1914E8DD-0A47-7831-CE6F-235AEF630E52}" dt="2026-01-28T09:54:14.021" v="496" actId="20577"/>
        <pc:sldMkLst>
          <pc:docMk/>
          <pc:sldMk cId="0" sldId="259"/>
        </pc:sldMkLst>
        <pc:spChg chg="mod">
          <ac:chgData name="Olawale Abiodun Ogundeji (Dr.)" userId="S::wale@ahfid.org::bf7f3b58-5492-4b16-a9d7-34d40e1eb056" providerId="AD" clId="Web-{1914E8DD-0A47-7831-CE6F-235AEF630E52}" dt="2026-01-28T09:54:14.021" v="496" actId="20577"/>
          <ac:spMkLst>
            <pc:docMk/>
            <pc:sldMk cId="0" sldId="259"/>
            <ac:spMk id="3" creationId="{3EDAD1F7-BB38-C95D-7ECE-AAB912129DEF}"/>
          </ac:spMkLst>
        </pc:spChg>
        <pc:spChg chg="add mod">
          <ac:chgData name="Olawale Abiodun Ogundeji (Dr.)" userId="S::wale@ahfid.org::bf7f3b58-5492-4b16-a9d7-34d40e1eb056" providerId="AD" clId="Web-{1914E8DD-0A47-7831-CE6F-235AEF630E52}" dt="2026-01-28T09:54:02.113" v="494" actId="14100"/>
          <ac:spMkLst>
            <pc:docMk/>
            <pc:sldMk cId="0" sldId="259"/>
            <ac:spMk id="4" creationId="{AB6FD9B8-82F3-3021-C31F-6B268285D27A}"/>
          </ac:spMkLst>
        </pc:spChg>
      </pc:sldChg>
      <pc:sldChg chg="addSp delSp modSp mod modClrScheme chgLayout">
        <pc:chgData name="Olawale Abiodun Ogundeji (Dr.)" userId="S::wale@ahfid.org::bf7f3b58-5492-4b16-a9d7-34d40e1eb056" providerId="AD" clId="Web-{1914E8DD-0A47-7831-CE6F-235AEF630E52}" dt="2026-01-27T17:43:10.890" v="416"/>
        <pc:sldMkLst>
          <pc:docMk/>
          <pc:sldMk cId="0" sldId="260"/>
        </pc:sldMkLst>
        <pc:spChg chg="add del mod">
          <ac:chgData name="Olawale Abiodun Ogundeji (Dr.)" userId="S::wale@ahfid.org::bf7f3b58-5492-4b16-a9d7-34d40e1eb056" providerId="AD" clId="Web-{1914E8DD-0A47-7831-CE6F-235AEF630E52}" dt="2026-01-27T17:16:43.650" v="97" actId="20577"/>
          <ac:spMkLst>
            <pc:docMk/>
            <pc:sldMk cId="0" sldId="260"/>
            <ac:spMk id="3" creationId="{E027D56F-6A20-5C99-E8DE-9713F5C3E7A4}"/>
          </ac:spMkLst>
        </pc:spChg>
      </pc:sldChg>
      <pc:sldChg chg="addSp delSp modSp">
        <pc:chgData name="Olawale Abiodun Ogundeji (Dr.)" userId="S::wale@ahfid.org::bf7f3b58-5492-4b16-a9d7-34d40e1eb056" providerId="AD" clId="Web-{1914E8DD-0A47-7831-CE6F-235AEF630E52}" dt="2026-01-27T17:42:58.609" v="410"/>
        <pc:sldMkLst>
          <pc:docMk/>
          <pc:sldMk cId="0" sldId="261"/>
        </pc:sldMkLst>
        <pc:spChg chg="add mod">
          <ac:chgData name="Olawale Abiodun Ogundeji (Dr.)" userId="S::wale@ahfid.org::bf7f3b58-5492-4b16-a9d7-34d40e1eb056" providerId="AD" clId="Web-{1914E8DD-0A47-7831-CE6F-235AEF630E52}" dt="2026-01-27T17:38:14.197" v="327" actId="20577"/>
          <ac:spMkLst>
            <pc:docMk/>
            <pc:sldMk cId="0" sldId="261"/>
            <ac:spMk id="3" creationId="{A3B888E1-21A9-92DA-0EF7-71449DF77B72}"/>
          </ac:spMkLst>
        </pc:spChg>
      </pc:sldChg>
      <pc:sldChg chg="addSp delSp modSp add replId">
        <pc:chgData name="Olawale Abiodun Ogundeji (Dr.)" userId="S::wale@ahfid.org::bf7f3b58-5492-4b16-a9d7-34d40e1eb056" providerId="AD" clId="Web-{1914E8DD-0A47-7831-CE6F-235AEF630E52}" dt="2026-01-28T10:22:21.595" v="506" actId="1076"/>
        <pc:sldMkLst>
          <pc:docMk/>
          <pc:sldMk cId="316734042" sldId="279"/>
        </pc:sldMkLst>
      </pc:sldChg>
      <pc:sldChg chg="delSp modSp add replId">
        <pc:chgData name="Olawale Abiodun Ogundeji (Dr.)" userId="S::wale@ahfid.org::bf7f3b58-5492-4b16-a9d7-34d40e1eb056" providerId="AD" clId="Web-{1914E8DD-0A47-7831-CE6F-235AEF630E52}" dt="2026-01-28T10:24:33.510" v="529" actId="14100"/>
        <pc:sldMkLst>
          <pc:docMk/>
          <pc:sldMk cId="2768235767" sldId="280"/>
        </pc:sldMkLst>
        <pc:spChg chg="mod">
          <ac:chgData name="Olawale Abiodun Ogundeji (Dr.)" userId="S::wale@ahfid.org::bf7f3b58-5492-4b16-a9d7-34d40e1eb056" providerId="AD" clId="Web-{1914E8DD-0A47-7831-CE6F-235AEF630E52}" dt="2026-01-28T10:24:33.510" v="529" actId="14100"/>
          <ac:spMkLst>
            <pc:docMk/>
            <pc:sldMk cId="2768235767" sldId="280"/>
            <ac:spMk id="3" creationId="{330B4ED2-C158-4234-8FAA-211AA047B098}"/>
          </ac:spMkLst>
        </pc:spChg>
      </pc:sldChg>
    </pc:docChg>
  </pc:docChgLst>
  <pc:docChgLst>
    <pc:chgData name="Olawale Abiodun Ogundeji (Dr.)" userId="S::wale@ahfid.org::bf7f3b58-5492-4b16-a9d7-34d40e1eb056" providerId="AD" clId="Web-{5AF634B1-8AA5-5917-112B-B7B226C02628}"/>
    <pc:docChg chg="delSld modSld">
      <pc:chgData name="Olawale Abiodun Ogundeji (Dr.)" userId="S::wale@ahfid.org::bf7f3b58-5492-4b16-a9d7-34d40e1eb056" providerId="AD" clId="Web-{5AF634B1-8AA5-5917-112B-B7B226C02628}" dt="2026-02-01T23:39:07.716" v="869" actId="20577"/>
      <pc:docMkLst>
        <pc:docMk/>
      </pc:docMkLst>
      <pc:sldChg chg="modSp">
        <pc:chgData name="Olawale Abiodun Ogundeji (Dr.)" userId="S::wale@ahfid.org::bf7f3b58-5492-4b16-a9d7-34d40e1eb056" providerId="AD" clId="Web-{5AF634B1-8AA5-5917-112B-B7B226C02628}" dt="2026-02-01T23:39:07.716" v="869" actId="20577"/>
        <pc:sldMkLst>
          <pc:docMk/>
          <pc:sldMk cId="0" sldId="257"/>
        </pc:sldMkLst>
        <pc:spChg chg="mod">
          <ac:chgData name="Olawale Abiodun Ogundeji (Dr.)" userId="S::wale@ahfid.org::bf7f3b58-5492-4b16-a9d7-34d40e1eb056" providerId="AD" clId="Web-{5AF634B1-8AA5-5917-112B-B7B226C02628}" dt="2026-02-01T23:39:07.716" v="869" actId="20577"/>
          <ac:spMkLst>
            <pc:docMk/>
            <pc:sldMk cId="0" sldId="257"/>
            <ac:spMk id="3" creationId="{9FC1A636-E70D-E210-F2FB-993CA5152805}"/>
          </ac:spMkLst>
        </pc:spChg>
      </pc:sldChg>
      <pc:sldChg chg="addSp delSp modSp">
        <pc:chgData name="Olawale Abiodun Ogundeji (Dr.)" userId="S::wale@ahfid.org::bf7f3b58-5492-4b16-a9d7-34d40e1eb056" providerId="AD" clId="Web-{5AF634B1-8AA5-5917-112B-B7B226C02628}" dt="2026-02-01T22:36:47.823" v="451" actId="20577"/>
        <pc:sldMkLst>
          <pc:docMk/>
          <pc:sldMk cId="0" sldId="269"/>
        </pc:sldMkLst>
        <pc:spChg chg="add mod">
          <ac:chgData name="Olawale Abiodun Ogundeji (Dr.)" userId="S::wale@ahfid.org::bf7f3b58-5492-4b16-a9d7-34d40e1eb056" providerId="AD" clId="Web-{5AF634B1-8AA5-5917-112B-B7B226C02628}" dt="2026-02-01T19:49:38.009" v="325" actId="20577"/>
          <ac:spMkLst>
            <pc:docMk/>
            <pc:sldMk cId="0" sldId="269"/>
            <ac:spMk id="2" creationId="{13A54CCD-F0A0-790C-42FC-7B62A310F793}"/>
          </ac:spMkLst>
        </pc:spChg>
        <pc:spChg chg="add del">
          <ac:chgData name="Olawale Abiodun Ogundeji (Dr.)" userId="S::wale@ahfid.org::bf7f3b58-5492-4b16-a9d7-34d40e1eb056" providerId="AD" clId="Web-{5AF634B1-8AA5-5917-112B-B7B226C02628}" dt="2026-02-01T19:51:31.817" v="327"/>
          <ac:spMkLst>
            <pc:docMk/>
            <pc:sldMk cId="0" sldId="269"/>
            <ac:spMk id="3" creationId="{22EF3D1C-B0ED-9818-2A67-10FD7E67C3A2}"/>
          </ac:spMkLst>
        </pc:spChg>
        <pc:spChg chg="add mod">
          <ac:chgData name="Olawale Abiodun Ogundeji (Dr.)" userId="S::wale@ahfid.org::bf7f3b58-5492-4b16-a9d7-34d40e1eb056" providerId="AD" clId="Web-{5AF634B1-8AA5-5917-112B-B7B226C02628}" dt="2026-02-01T22:36:47.823" v="451" actId="20577"/>
          <ac:spMkLst>
            <pc:docMk/>
            <pc:sldMk cId="0" sldId="269"/>
            <ac:spMk id="4" creationId="{A656CF82-F995-34A8-A1A8-B7F6EFD42A32}"/>
          </ac:spMkLst>
        </pc:spChg>
      </pc:sldChg>
      <pc:sldChg chg="addSp modSp">
        <pc:chgData name="Olawale Abiodun Ogundeji (Dr.)" userId="S::wale@ahfid.org::bf7f3b58-5492-4b16-a9d7-34d40e1eb056" providerId="AD" clId="Web-{5AF634B1-8AA5-5917-112B-B7B226C02628}" dt="2026-02-01T19:49:18.775" v="319" actId="20577"/>
        <pc:sldMkLst>
          <pc:docMk/>
          <pc:sldMk cId="0" sldId="271"/>
        </pc:sldMkLst>
        <pc:spChg chg="add mod">
          <ac:chgData name="Olawale Abiodun Ogundeji (Dr.)" userId="S::wale@ahfid.org::bf7f3b58-5492-4b16-a9d7-34d40e1eb056" providerId="AD" clId="Web-{5AF634B1-8AA5-5917-112B-B7B226C02628}" dt="2026-02-01T19:49:18.775" v="319" actId="20577"/>
          <ac:spMkLst>
            <pc:docMk/>
            <pc:sldMk cId="0" sldId="271"/>
            <ac:spMk id="2" creationId="{C60542F3-4A74-CC09-C87C-29675AE3021E}"/>
          </ac:spMkLst>
        </pc:spChg>
        <pc:spChg chg="add mod">
          <ac:chgData name="Olawale Abiodun Ogundeji (Dr.)" userId="S::wale@ahfid.org::bf7f3b58-5492-4b16-a9d7-34d40e1eb056" providerId="AD" clId="Web-{5AF634B1-8AA5-5917-112B-B7B226C02628}" dt="2026-02-01T19:48:49.227" v="314" actId="14100"/>
          <ac:spMkLst>
            <pc:docMk/>
            <pc:sldMk cId="0" sldId="271"/>
            <ac:spMk id="3" creationId="{D65A7992-18DD-CFE8-49CC-60A71BADA685}"/>
          </ac:spMkLst>
        </pc:spChg>
      </pc:sldChg>
      <pc:sldChg chg="addSp delSp modSp">
        <pc:chgData name="Olawale Abiodun Ogundeji (Dr.)" userId="S::wale@ahfid.org::bf7f3b58-5492-4b16-a9d7-34d40e1eb056" providerId="AD" clId="Web-{5AF634B1-8AA5-5917-112B-B7B226C02628}" dt="2026-02-01T23:04:05.876" v="705" actId="20577"/>
        <pc:sldMkLst>
          <pc:docMk/>
          <pc:sldMk cId="0" sldId="274"/>
        </pc:sldMkLst>
        <pc:spChg chg="add mod">
          <ac:chgData name="Olawale Abiodun Ogundeji (Dr.)" userId="S::wale@ahfid.org::bf7f3b58-5492-4b16-a9d7-34d40e1eb056" providerId="AD" clId="Web-{5AF634B1-8AA5-5917-112B-B7B226C02628}" dt="2026-02-01T22:41:49.341" v="488" actId="20577"/>
          <ac:spMkLst>
            <pc:docMk/>
            <pc:sldMk cId="0" sldId="274"/>
            <ac:spMk id="2" creationId="{1C08E040-5A72-53CB-8C7B-3B6650F19872}"/>
          </ac:spMkLst>
        </pc:spChg>
        <pc:spChg chg="add del mod">
          <ac:chgData name="Olawale Abiodun Ogundeji (Dr.)" userId="S::wale@ahfid.org::bf7f3b58-5492-4b16-a9d7-34d40e1eb056" providerId="AD" clId="Web-{5AF634B1-8AA5-5917-112B-B7B226C02628}" dt="2026-02-01T22:56:13.186" v="669"/>
          <ac:spMkLst>
            <pc:docMk/>
            <pc:sldMk cId="0" sldId="274"/>
            <ac:spMk id="3" creationId="{B6750F8D-0E5C-17C2-566B-7447B4B32C5C}"/>
          </ac:spMkLst>
        </pc:spChg>
        <pc:spChg chg="add del">
          <ac:chgData name="Olawale Abiodun Ogundeji (Dr.)" userId="S::wale@ahfid.org::bf7f3b58-5492-4b16-a9d7-34d40e1eb056" providerId="AD" clId="Web-{5AF634B1-8AA5-5917-112B-B7B226C02628}" dt="2026-02-01T22:56:27.874" v="671"/>
          <ac:spMkLst>
            <pc:docMk/>
            <pc:sldMk cId="0" sldId="274"/>
            <ac:spMk id="5" creationId="{468E6CC5-D799-B613-9EEF-314D667BBC2B}"/>
          </ac:spMkLst>
        </pc:spChg>
        <pc:spChg chg="add mod">
          <ac:chgData name="Olawale Abiodun Ogundeji (Dr.)" userId="S::wale@ahfid.org::bf7f3b58-5492-4b16-a9d7-34d40e1eb056" providerId="AD" clId="Web-{5AF634B1-8AA5-5917-112B-B7B226C02628}" dt="2026-02-01T23:04:05.876" v="705" actId="20577"/>
          <ac:spMkLst>
            <pc:docMk/>
            <pc:sldMk cId="0" sldId="274"/>
            <ac:spMk id="6" creationId="{4820321F-F774-49E0-2A50-944C194C5483}"/>
          </ac:spMkLst>
        </pc:spChg>
        <pc:graphicFrameChg chg="add mod modGraphic">
          <ac:chgData name="Olawale Abiodun Ogundeji (Dr.)" userId="S::wale@ahfid.org::bf7f3b58-5492-4b16-a9d7-34d40e1eb056" providerId="AD" clId="Web-{5AF634B1-8AA5-5917-112B-B7B226C02628}" dt="2026-02-01T22:55:58.997" v="667"/>
          <ac:graphicFrameMkLst>
            <pc:docMk/>
            <pc:sldMk cId="0" sldId="274"/>
            <ac:graphicFrameMk id="4" creationId="{8DF91EFC-3215-E1F5-0472-ECF6638A3DFE}"/>
          </ac:graphicFrameMkLst>
        </pc:graphicFrameChg>
      </pc:sldChg>
      <pc:sldChg chg="addSp modSp">
        <pc:chgData name="Olawale Abiodun Ogundeji (Dr.)" userId="S::wale@ahfid.org::bf7f3b58-5492-4b16-a9d7-34d40e1eb056" providerId="AD" clId="Web-{5AF634B1-8AA5-5917-112B-B7B226C02628}" dt="2026-02-01T23:35:41.067" v="857" actId="20577"/>
        <pc:sldMkLst>
          <pc:docMk/>
          <pc:sldMk cId="0" sldId="275"/>
        </pc:sldMkLst>
        <pc:spChg chg="add mod">
          <ac:chgData name="Olawale Abiodun Ogundeji (Dr.)" userId="S::wale@ahfid.org::bf7f3b58-5492-4b16-a9d7-34d40e1eb056" providerId="AD" clId="Web-{5AF634B1-8AA5-5917-112B-B7B226C02628}" dt="2026-02-01T23:35:41.067" v="857" actId="20577"/>
          <ac:spMkLst>
            <pc:docMk/>
            <pc:sldMk cId="0" sldId="275"/>
            <ac:spMk id="2" creationId="{002077AD-7BCA-77B5-929B-7257E0F1289E}"/>
          </ac:spMkLst>
        </pc:spChg>
        <pc:spChg chg="add mod">
          <ac:chgData name="Olawale Abiodun Ogundeji (Dr.)" userId="S::wale@ahfid.org::bf7f3b58-5492-4b16-a9d7-34d40e1eb056" providerId="AD" clId="Web-{5AF634B1-8AA5-5917-112B-B7B226C02628}" dt="2026-02-01T22:40:10.899" v="479" actId="20577"/>
          <ac:spMkLst>
            <pc:docMk/>
            <pc:sldMk cId="0" sldId="275"/>
            <ac:spMk id="3" creationId="{523BE8CF-24E0-E712-0DC3-887C6103DEC1}"/>
          </ac:spMkLst>
        </pc:spChg>
      </pc:sldChg>
      <pc:sldChg chg="del">
        <pc:chgData name="Olawale Abiodun Ogundeji (Dr.)" userId="S::wale@ahfid.org::bf7f3b58-5492-4b16-a9d7-34d40e1eb056" providerId="AD" clId="Web-{5AF634B1-8AA5-5917-112B-B7B226C02628}" dt="2026-02-01T23:35:47.129" v="858"/>
        <pc:sldMkLst>
          <pc:docMk/>
          <pc:sldMk cId="0" sldId="277"/>
        </pc:sldMkLst>
      </pc:sldChg>
      <pc:sldChg chg="del">
        <pc:chgData name="Olawale Abiodun Ogundeji (Dr.)" userId="S::wale@ahfid.org::bf7f3b58-5492-4b16-a9d7-34d40e1eb056" providerId="AD" clId="Web-{5AF634B1-8AA5-5917-112B-B7B226C02628}" dt="2026-02-01T23:35:54.395" v="859"/>
        <pc:sldMkLst>
          <pc:docMk/>
          <pc:sldMk cId="0" sldId="278"/>
        </pc:sldMkLst>
      </pc:sldChg>
    </pc:docChg>
  </pc:docChgLst>
  <pc:docChgLst>
    <pc:chgData name="Olawale Abiodun Ogundeji (Dr.)" userId="S::wale@ahfid.org::bf7f3b58-5492-4b16-a9d7-34d40e1eb056" providerId="AD" clId="Web-{0EFA9307-D9A1-8FEF-E0AD-A8240F15A8CD}"/>
    <pc:docChg chg="modSld">
      <pc:chgData name="Olawale Abiodun Ogundeji (Dr.)" userId="S::wale@ahfid.org::bf7f3b58-5492-4b16-a9d7-34d40e1eb056" providerId="AD" clId="Web-{0EFA9307-D9A1-8FEF-E0AD-A8240F15A8CD}" dt="2026-01-21T22:16:26.865" v="7" actId="20577"/>
      <pc:docMkLst>
        <pc:docMk/>
      </pc:docMkLst>
      <pc:sldChg chg="modSp">
        <pc:chgData name="Olawale Abiodun Ogundeji (Dr.)" userId="S::wale@ahfid.org::bf7f3b58-5492-4b16-a9d7-34d40e1eb056" providerId="AD" clId="Web-{0EFA9307-D9A1-8FEF-E0AD-A8240F15A8CD}" dt="2026-01-21T22:16:26.865" v="7" actId="20577"/>
        <pc:sldMkLst>
          <pc:docMk/>
          <pc:sldMk cId="0" sldId="257"/>
        </pc:sldMkLst>
        <pc:spChg chg="mod">
          <ac:chgData name="Olawale Abiodun Ogundeji (Dr.)" userId="S::wale@ahfid.org::bf7f3b58-5492-4b16-a9d7-34d40e1eb056" providerId="AD" clId="Web-{0EFA9307-D9A1-8FEF-E0AD-A8240F15A8CD}" dt="2026-01-21T22:16:26.865" v="7" actId="20577"/>
          <ac:spMkLst>
            <pc:docMk/>
            <pc:sldMk cId="0" sldId="257"/>
            <ac:spMk id="3" creationId="{9FC1A636-E70D-E210-F2FB-993CA5152805}"/>
          </ac:spMkLst>
        </pc:spChg>
      </pc:sldChg>
      <pc:sldChg chg="modSp">
        <pc:chgData name="Olawale Abiodun Ogundeji (Dr.)" userId="S::wale@ahfid.org::bf7f3b58-5492-4b16-a9d7-34d40e1eb056" providerId="AD" clId="Web-{0EFA9307-D9A1-8FEF-E0AD-A8240F15A8CD}" dt="2026-01-21T22:15:25.209" v="3" actId="20577"/>
        <pc:sldMkLst>
          <pc:docMk/>
          <pc:sldMk cId="0" sldId="259"/>
        </pc:sldMkLst>
      </pc:sldChg>
    </pc:docChg>
  </pc:docChgLst>
  <pc:docChgLst>
    <pc:chgData name="Olawale Abiodun Ogundeji (Dr.)" userId="S::wale@ahfid.org::bf7f3b58-5492-4b16-a9d7-34d40e1eb056" providerId="AD" clId="Web-{D76CD43F-0ED2-78F4-3CCB-732A264C2AF1}"/>
    <pc:docChg chg="delSld modSld">
      <pc:chgData name="Olawale Abiodun Ogundeji (Dr.)" userId="S::wale@ahfid.org::bf7f3b58-5492-4b16-a9d7-34d40e1eb056" providerId="AD" clId="Web-{D76CD43F-0ED2-78F4-3CCB-732A264C2AF1}" dt="2026-02-02T01:04:26.171" v="411"/>
      <pc:docMkLst>
        <pc:docMk/>
      </pc:docMkLst>
      <pc:sldChg chg="addSp modSp">
        <pc:chgData name="Olawale Abiodun Ogundeji (Dr.)" userId="S::wale@ahfid.org::bf7f3b58-5492-4b16-a9d7-34d40e1eb056" providerId="AD" clId="Web-{D76CD43F-0ED2-78F4-3CCB-732A264C2AF1}" dt="2026-02-02T00:29:33.966" v="165" actId="20577"/>
        <pc:sldMkLst>
          <pc:docMk/>
          <pc:sldMk cId="0" sldId="257"/>
        </pc:sldMkLst>
        <pc:spChg chg="add mod">
          <ac:chgData name="Olawale Abiodun Ogundeji (Dr.)" userId="S::wale@ahfid.org::bf7f3b58-5492-4b16-a9d7-34d40e1eb056" providerId="AD" clId="Web-{D76CD43F-0ED2-78F4-3CCB-732A264C2AF1}" dt="2026-02-02T00:29:33.966" v="165" actId="20577"/>
          <ac:spMkLst>
            <pc:docMk/>
            <pc:sldMk cId="0" sldId="257"/>
            <ac:spMk id="2" creationId="{BE2B3819-4614-B9CE-1BC0-103FC835317D}"/>
          </ac:spMkLst>
        </pc:spChg>
        <pc:spChg chg="mod">
          <ac:chgData name="Olawale Abiodun Ogundeji (Dr.)" userId="S::wale@ahfid.org::bf7f3b58-5492-4b16-a9d7-34d40e1eb056" providerId="AD" clId="Web-{D76CD43F-0ED2-78F4-3CCB-732A264C2AF1}" dt="2026-02-01T23:55:05.692" v="3" actId="20577"/>
          <ac:spMkLst>
            <pc:docMk/>
            <pc:sldMk cId="0" sldId="257"/>
            <ac:spMk id="3" creationId="{9FC1A636-E70D-E210-F2FB-993CA5152805}"/>
          </ac:spMkLst>
        </pc:spChg>
      </pc:sldChg>
      <pc:sldChg chg="modSp">
        <pc:chgData name="Olawale Abiodun Ogundeji (Dr.)" userId="S::wale@ahfid.org::bf7f3b58-5492-4b16-a9d7-34d40e1eb056" providerId="AD" clId="Web-{D76CD43F-0ED2-78F4-3CCB-732A264C2AF1}" dt="2026-02-02T00:43:52.573" v="210" actId="20577"/>
        <pc:sldMkLst>
          <pc:docMk/>
          <pc:sldMk cId="0" sldId="259"/>
        </pc:sldMkLst>
        <pc:spChg chg="mod">
          <ac:chgData name="Olawale Abiodun Ogundeji (Dr.)" userId="S::wale@ahfid.org::bf7f3b58-5492-4b16-a9d7-34d40e1eb056" providerId="AD" clId="Web-{D76CD43F-0ED2-78F4-3CCB-732A264C2AF1}" dt="2026-02-01T23:56:04.067" v="10" actId="20577"/>
          <ac:spMkLst>
            <pc:docMk/>
            <pc:sldMk cId="0" sldId="259"/>
            <ac:spMk id="3" creationId="{3EDAD1F7-BB38-C95D-7ECE-AAB912129DEF}"/>
          </ac:spMkLst>
        </pc:spChg>
        <pc:spChg chg="mod">
          <ac:chgData name="Olawale Abiodun Ogundeji (Dr.)" userId="S::wale@ahfid.org::bf7f3b58-5492-4b16-a9d7-34d40e1eb056" providerId="AD" clId="Web-{D76CD43F-0ED2-78F4-3CCB-732A264C2AF1}" dt="2026-02-02T00:43:52.573" v="210" actId="20577"/>
          <ac:spMkLst>
            <pc:docMk/>
            <pc:sldMk cId="0" sldId="259"/>
            <ac:spMk id="4" creationId="{AB6FD9B8-82F3-3021-C31F-6B268285D27A}"/>
          </ac:spMkLst>
        </pc:spChg>
      </pc:sldChg>
      <pc:sldChg chg="addSp delSp modSp">
        <pc:chgData name="Olawale Abiodun Ogundeji (Dr.)" userId="S::wale@ahfid.org::bf7f3b58-5492-4b16-a9d7-34d40e1eb056" providerId="AD" clId="Web-{D76CD43F-0ED2-78F4-3CCB-732A264C2AF1}" dt="2026-02-02T00:07:59.905" v="105" actId="20577"/>
        <pc:sldMkLst>
          <pc:docMk/>
          <pc:sldMk cId="0" sldId="260"/>
        </pc:sldMkLst>
        <pc:spChg chg="add mod">
          <ac:chgData name="Olawale Abiodun Ogundeji (Dr.)" userId="S::wale@ahfid.org::bf7f3b58-5492-4b16-a9d7-34d40e1eb056" providerId="AD" clId="Web-{D76CD43F-0ED2-78F4-3CCB-732A264C2AF1}" dt="2026-02-02T00:07:59.905" v="105" actId="20577"/>
          <ac:spMkLst>
            <pc:docMk/>
            <pc:sldMk cId="0" sldId="260"/>
            <ac:spMk id="2" creationId="{B1A728A4-1BED-24F4-D309-A8511A4D5D03}"/>
          </ac:spMkLst>
        </pc:spChg>
        <pc:spChg chg="mod">
          <ac:chgData name="Olawale Abiodun Ogundeji (Dr.)" userId="S::wale@ahfid.org::bf7f3b58-5492-4b16-a9d7-34d40e1eb056" providerId="AD" clId="Web-{D76CD43F-0ED2-78F4-3CCB-732A264C2AF1}" dt="2026-02-02T00:05:18.147" v="78" actId="20577"/>
          <ac:spMkLst>
            <pc:docMk/>
            <pc:sldMk cId="0" sldId="260"/>
            <ac:spMk id="3" creationId="{E027D56F-6A20-5C99-E8DE-9713F5C3E7A4}"/>
          </ac:spMkLst>
        </pc:spChg>
        <pc:graphicFrameChg chg="del mod modGraphic">
          <ac:chgData name="Olawale Abiodun Ogundeji (Dr.)" userId="S::wale@ahfid.org::bf7f3b58-5492-4b16-a9d7-34d40e1eb056" providerId="AD" clId="Web-{D76CD43F-0ED2-78F4-3CCB-732A264C2AF1}" dt="2026-02-02T00:05:54.929" v="87"/>
          <ac:graphicFrameMkLst>
            <pc:docMk/>
            <pc:sldMk cId="0" sldId="260"/>
            <ac:graphicFrameMk id="13" creationId="{798E8C13-E851-176B-0534-7502CF53C121}"/>
          </ac:graphicFrameMkLst>
        </pc:graphicFrameChg>
      </pc:sldChg>
      <pc:sldChg chg="addSp delSp modSp">
        <pc:chgData name="Olawale Abiodun Ogundeji (Dr.)" userId="S::wale@ahfid.org::bf7f3b58-5492-4b16-a9d7-34d40e1eb056" providerId="AD" clId="Web-{D76CD43F-0ED2-78F4-3CCB-732A264C2AF1}" dt="2026-02-02T00:52:29.999" v="277" actId="20577"/>
        <pc:sldMkLst>
          <pc:docMk/>
          <pc:sldMk cId="0" sldId="261"/>
        </pc:sldMkLst>
        <pc:spChg chg="add mod">
          <ac:chgData name="Olawale Abiodun Ogundeji (Dr.)" userId="S::wale@ahfid.org::bf7f3b58-5492-4b16-a9d7-34d40e1eb056" providerId="AD" clId="Web-{D76CD43F-0ED2-78F4-3CCB-732A264C2AF1}" dt="2026-02-02T00:52:29.999" v="277" actId="20577"/>
          <ac:spMkLst>
            <pc:docMk/>
            <pc:sldMk cId="0" sldId="261"/>
            <ac:spMk id="2" creationId="{0F13373F-D11C-73BA-57B3-7DFEAF0DEFB8}"/>
          </ac:spMkLst>
        </pc:spChg>
        <pc:spChg chg="mod">
          <ac:chgData name="Olawale Abiodun Ogundeji (Dr.)" userId="S::wale@ahfid.org::bf7f3b58-5492-4b16-a9d7-34d40e1eb056" providerId="AD" clId="Web-{D76CD43F-0ED2-78F4-3CCB-732A264C2AF1}" dt="2026-02-02T00:51:30.840" v="260" actId="20577"/>
          <ac:spMkLst>
            <pc:docMk/>
            <pc:sldMk cId="0" sldId="261"/>
            <ac:spMk id="3" creationId="{A3B888E1-21A9-92DA-0EF7-71449DF77B72}"/>
          </ac:spMkLst>
        </pc:spChg>
        <pc:graphicFrameChg chg="del mod modGraphic">
          <ac:chgData name="Olawale Abiodun Ogundeji (Dr.)" userId="S::wale@ahfid.org::bf7f3b58-5492-4b16-a9d7-34d40e1eb056" providerId="AD" clId="Web-{D76CD43F-0ED2-78F4-3CCB-732A264C2AF1}" dt="2026-02-02T00:51:43.466" v="266"/>
          <ac:graphicFrameMkLst>
            <pc:docMk/>
            <pc:sldMk cId="0" sldId="261"/>
            <ac:graphicFrameMk id="4" creationId="{FC7A0E3E-94BF-4A62-A6B5-FE9C4572AE76}"/>
          </ac:graphicFrameMkLst>
        </pc:graphicFrameChg>
      </pc:sldChg>
      <pc:sldChg chg="addSp delSp modSp">
        <pc:chgData name="Olawale Abiodun Ogundeji (Dr.)" userId="S::wale@ahfid.org::bf7f3b58-5492-4b16-a9d7-34d40e1eb056" providerId="AD" clId="Web-{D76CD43F-0ED2-78F4-3CCB-732A264C2AF1}" dt="2026-02-02T01:02:58.889" v="400" actId="20577"/>
        <pc:sldMkLst>
          <pc:docMk/>
          <pc:sldMk cId="0" sldId="262"/>
        </pc:sldMkLst>
        <pc:spChg chg="mod">
          <ac:chgData name="Olawale Abiodun Ogundeji (Dr.)" userId="S::wale@ahfid.org::bf7f3b58-5492-4b16-a9d7-34d40e1eb056" providerId="AD" clId="Web-{D76CD43F-0ED2-78F4-3CCB-732A264C2AF1}" dt="2026-02-02T01:00:39.372" v="359" actId="1076"/>
          <ac:spMkLst>
            <pc:docMk/>
            <pc:sldMk cId="0" sldId="262"/>
            <ac:spMk id="6" creationId="{6B089900-F8A2-1144-7F84-08DC01145F5F}"/>
          </ac:spMkLst>
        </pc:spChg>
        <pc:spChg chg="add mod">
          <ac:chgData name="Olawale Abiodun Ogundeji (Dr.)" userId="S::wale@ahfid.org::bf7f3b58-5492-4b16-a9d7-34d40e1eb056" providerId="AD" clId="Web-{D76CD43F-0ED2-78F4-3CCB-732A264C2AF1}" dt="2026-02-02T01:02:58.889" v="400" actId="20577"/>
          <ac:spMkLst>
            <pc:docMk/>
            <pc:sldMk cId="0" sldId="262"/>
            <ac:spMk id="8" creationId="{EC26E171-C9D1-A3EC-8592-89D1C524EE38}"/>
          </ac:spMkLst>
        </pc:spChg>
        <pc:picChg chg="del">
          <ac:chgData name="Olawale Abiodun Ogundeji (Dr.)" userId="S::wale@ahfid.org::bf7f3b58-5492-4b16-a9d7-34d40e1eb056" providerId="AD" clId="Web-{D76CD43F-0ED2-78F4-3CCB-732A264C2AF1}" dt="2026-02-02T00:53:23.392" v="278"/>
          <ac:picMkLst>
            <pc:docMk/>
            <pc:sldMk cId="0" sldId="262"/>
            <ac:picMk id="2" creationId="{52CC5093-6D47-1734-2CB5-3D13DE5CDBAF}"/>
          </ac:picMkLst>
        </pc:picChg>
        <pc:picChg chg="del">
          <ac:chgData name="Olawale Abiodun Ogundeji (Dr.)" userId="S::wale@ahfid.org::bf7f3b58-5492-4b16-a9d7-34d40e1eb056" providerId="AD" clId="Web-{D76CD43F-0ED2-78F4-3CCB-732A264C2AF1}" dt="2026-02-02T00:53:24.955" v="279"/>
          <ac:picMkLst>
            <pc:docMk/>
            <pc:sldMk cId="0" sldId="262"/>
            <ac:picMk id="3" creationId="{56497E69-5D34-24B9-FB34-B37EE5199B84}"/>
          </ac:picMkLst>
        </pc:picChg>
        <pc:picChg chg="del mod">
          <ac:chgData name="Olawale Abiodun Ogundeji (Dr.)" userId="S::wale@ahfid.org::bf7f3b58-5492-4b16-a9d7-34d40e1eb056" providerId="AD" clId="Web-{D76CD43F-0ED2-78F4-3CCB-732A264C2AF1}" dt="2026-02-02T00:53:26.767" v="281"/>
          <ac:picMkLst>
            <pc:docMk/>
            <pc:sldMk cId="0" sldId="262"/>
            <ac:picMk id="4" creationId="{0D4AA465-97FF-6786-E371-D0BAAA263B13}"/>
          </ac:picMkLst>
        </pc:picChg>
        <pc:picChg chg="del">
          <ac:chgData name="Olawale Abiodun Ogundeji (Dr.)" userId="S::wale@ahfid.org::bf7f3b58-5492-4b16-a9d7-34d40e1eb056" providerId="AD" clId="Web-{D76CD43F-0ED2-78F4-3CCB-732A264C2AF1}" dt="2026-02-02T00:53:28.220" v="282"/>
          <ac:picMkLst>
            <pc:docMk/>
            <pc:sldMk cId="0" sldId="262"/>
            <ac:picMk id="5" creationId="{BCB77E2A-6C24-21FA-AC6A-C74C84522DB5}"/>
          </ac:picMkLst>
        </pc:picChg>
      </pc:sldChg>
      <pc:sldChg chg="del">
        <pc:chgData name="Olawale Abiodun Ogundeji (Dr.)" userId="S::wale@ahfid.org::bf7f3b58-5492-4b16-a9d7-34d40e1eb056" providerId="AD" clId="Web-{D76CD43F-0ED2-78F4-3CCB-732A264C2AF1}" dt="2026-02-02T01:03:34.358" v="401"/>
        <pc:sldMkLst>
          <pc:docMk/>
          <pc:sldMk cId="0" sldId="263"/>
        </pc:sldMkLst>
      </pc:sldChg>
      <pc:sldChg chg="del">
        <pc:chgData name="Olawale Abiodun Ogundeji (Dr.)" userId="S::wale@ahfid.org::bf7f3b58-5492-4b16-a9d7-34d40e1eb056" providerId="AD" clId="Web-{D76CD43F-0ED2-78F4-3CCB-732A264C2AF1}" dt="2026-02-02T01:03:39.343" v="402"/>
        <pc:sldMkLst>
          <pc:docMk/>
          <pc:sldMk cId="0" sldId="264"/>
        </pc:sldMkLst>
      </pc:sldChg>
      <pc:sldChg chg="del">
        <pc:chgData name="Olawale Abiodun Ogundeji (Dr.)" userId="S::wale@ahfid.org::bf7f3b58-5492-4b16-a9d7-34d40e1eb056" providerId="AD" clId="Web-{D76CD43F-0ED2-78F4-3CCB-732A264C2AF1}" dt="2026-02-02T01:04:26.171" v="411"/>
        <pc:sldMkLst>
          <pc:docMk/>
          <pc:sldMk cId="0" sldId="265"/>
        </pc:sldMkLst>
      </pc:sldChg>
      <pc:sldChg chg="del">
        <pc:chgData name="Olawale Abiodun Ogundeji (Dr.)" userId="S::wale@ahfid.org::bf7f3b58-5492-4b16-a9d7-34d40e1eb056" providerId="AD" clId="Web-{D76CD43F-0ED2-78F4-3CCB-732A264C2AF1}" dt="2026-02-02T01:04:17.687" v="410"/>
        <pc:sldMkLst>
          <pc:docMk/>
          <pc:sldMk cId="0" sldId="266"/>
        </pc:sldMkLst>
      </pc:sldChg>
      <pc:sldChg chg="del">
        <pc:chgData name="Olawale Abiodun Ogundeji (Dr.)" userId="S::wale@ahfid.org::bf7f3b58-5492-4b16-a9d7-34d40e1eb056" providerId="AD" clId="Web-{D76CD43F-0ED2-78F4-3CCB-732A264C2AF1}" dt="2026-02-02T01:04:17.687" v="409"/>
        <pc:sldMkLst>
          <pc:docMk/>
          <pc:sldMk cId="0" sldId="267"/>
        </pc:sldMkLst>
      </pc:sldChg>
      <pc:sldChg chg="del">
        <pc:chgData name="Olawale Abiodun Ogundeji (Dr.)" userId="S::wale@ahfid.org::bf7f3b58-5492-4b16-a9d7-34d40e1eb056" providerId="AD" clId="Web-{D76CD43F-0ED2-78F4-3CCB-732A264C2AF1}" dt="2026-02-02T01:04:17.671" v="408"/>
        <pc:sldMkLst>
          <pc:docMk/>
          <pc:sldMk cId="0" sldId="268"/>
        </pc:sldMkLst>
      </pc:sldChg>
      <pc:sldChg chg="del">
        <pc:chgData name="Olawale Abiodun Ogundeji (Dr.)" userId="S::wale@ahfid.org::bf7f3b58-5492-4b16-a9d7-34d40e1eb056" providerId="AD" clId="Web-{D76CD43F-0ED2-78F4-3CCB-732A264C2AF1}" dt="2026-02-02T01:04:03.437" v="405"/>
        <pc:sldMkLst>
          <pc:docMk/>
          <pc:sldMk cId="0" sldId="269"/>
        </pc:sldMkLst>
      </pc:sldChg>
      <pc:sldChg chg="del">
        <pc:chgData name="Olawale Abiodun Ogundeji (Dr.)" userId="S::wale@ahfid.org::bf7f3b58-5492-4b16-a9d7-34d40e1eb056" providerId="AD" clId="Web-{D76CD43F-0ED2-78F4-3CCB-732A264C2AF1}" dt="2026-02-02T01:04:03.437" v="406"/>
        <pc:sldMkLst>
          <pc:docMk/>
          <pc:sldMk cId="0" sldId="271"/>
        </pc:sldMkLst>
      </pc:sldChg>
      <pc:sldChg chg="del">
        <pc:chgData name="Olawale Abiodun Ogundeji (Dr.)" userId="S::wale@ahfid.org::bf7f3b58-5492-4b16-a9d7-34d40e1eb056" providerId="AD" clId="Web-{D76CD43F-0ED2-78F4-3CCB-732A264C2AF1}" dt="2026-02-02T01:04:03.437" v="407"/>
        <pc:sldMkLst>
          <pc:docMk/>
          <pc:sldMk cId="0" sldId="273"/>
        </pc:sldMkLst>
      </pc:sldChg>
      <pc:sldChg chg="del">
        <pc:chgData name="Olawale Abiodun Ogundeji (Dr.)" userId="S::wale@ahfid.org::bf7f3b58-5492-4b16-a9d7-34d40e1eb056" providerId="AD" clId="Web-{D76CD43F-0ED2-78F4-3CCB-732A264C2AF1}" dt="2026-02-02T01:04:03.437" v="404"/>
        <pc:sldMkLst>
          <pc:docMk/>
          <pc:sldMk cId="0" sldId="274"/>
        </pc:sldMkLst>
      </pc:sldChg>
      <pc:sldChg chg="del">
        <pc:chgData name="Olawale Abiodun Ogundeji (Dr.)" userId="S::wale@ahfid.org::bf7f3b58-5492-4b16-a9d7-34d40e1eb056" providerId="AD" clId="Web-{D76CD43F-0ED2-78F4-3CCB-732A264C2AF1}" dt="2026-02-02T01:04:03.437" v="403"/>
        <pc:sldMkLst>
          <pc:docMk/>
          <pc:sldMk cId="0" sldId="275"/>
        </pc:sldMkLst>
      </pc:sldChg>
      <pc:sldChg chg="addSp delSp modSp">
        <pc:chgData name="Olawale Abiodun Ogundeji (Dr.)" userId="S::wale@ahfid.org::bf7f3b58-5492-4b16-a9d7-34d40e1eb056" providerId="AD" clId="Web-{D76CD43F-0ED2-78F4-3CCB-732A264C2AF1}" dt="2026-02-02T00:02:42.611" v="59" actId="20577"/>
        <pc:sldMkLst>
          <pc:docMk/>
          <pc:sldMk cId="316734042" sldId="279"/>
        </pc:sldMkLst>
        <pc:spChg chg="mod">
          <ac:chgData name="Olawale Abiodun Ogundeji (Dr.)" userId="S::wale@ahfid.org::bf7f3b58-5492-4b16-a9d7-34d40e1eb056" providerId="AD" clId="Web-{D76CD43F-0ED2-78F4-3CCB-732A264C2AF1}" dt="2026-02-01T23:58:34.218" v="22" actId="20577"/>
          <ac:spMkLst>
            <pc:docMk/>
            <pc:sldMk cId="316734042" sldId="279"/>
            <ac:spMk id="3" creationId="{CE12020B-B16B-503A-3FCF-44BFBD11530F}"/>
          </ac:spMkLst>
        </pc:spChg>
        <pc:spChg chg="add mod">
          <ac:chgData name="Olawale Abiodun Ogundeji (Dr.)" userId="S::wale@ahfid.org::bf7f3b58-5492-4b16-a9d7-34d40e1eb056" providerId="AD" clId="Web-{D76CD43F-0ED2-78F4-3CCB-732A264C2AF1}" dt="2026-02-02T00:02:42.611" v="59" actId="20577"/>
          <ac:spMkLst>
            <pc:docMk/>
            <pc:sldMk cId="316734042" sldId="279"/>
            <ac:spMk id="4" creationId="{9C2DB3CF-0B11-990E-BE46-3AA230D859A1}"/>
          </ac:spMkLst>
        </pc:spChg>
        <pc:picChg chg="del">
          <ac:chgData name="Olawale Abiodun Ogundeji (Dr.)" userId="S::wale@ahfid.org::bf7f3b58-5492-4b16-a9d7-34d40e1eb056" providerId="AD" clId="Web-{D76CD43F-0ED2-78F4-3CCB-732A264C2AF1}" dt="2026-02-01T23:58:39.046" v="23"/>
          <ac:picMkLst>
            <pc:docMk/>
            <pc:sldMk cId="316734042" sldId="279"/>
            <ac:picMk id="5" creationId="{103D899B-8717-B741-AF02-2D39E4E4AFCB}"/>
          </ac:picMkLst>
        </pc:picChg>
      </pc:sldChg>
      <pc:sldChg chg="modSp">
        <pc:chgData name="Olawale Abiodun Ogundeji (Dr.)" userId="S::wale@ahfid.org::bf7f3b58-5492-4b16-a9d7-34d40e1eb056" providerId="AD" clId="Web-{D76CD43F-0ED2-78F4-3CCB-732A264C2AF1}" dt="2026-02-02T00:26:11.068" v="137" actId="20577"/>
        <pc:sldMkLst>
          <pc:docMk/>
          <pc:sldMk cId="2768235767" sldId="280"/>
        </pc:sldMkLst>
        <pc:spChg chg="mod">
          <ac:chgData name="Olawale Abiodun Ogundeji (Dr.)" userId="S::wale@ahfid.org::bf7f3b58-5492-4b16-a9d7-34d40e1eb056" providerId="AD" clId="Web-{D76CD43F-0ED2-78F4-3CCB-732A264C2AF1}" dt="2026-02-02T00:01:44.609" v="47" actId="20577"/>
          <ac:spMkLst>
            <pc:docMk/>
            <pc:sldMk cId="2768235767" sldId="280"/>
            <ac:spMk id="3" creationId="{330B4ED2-C158-4234-8FAA-211AA047B098}"/>
          </ac:spMkLst>
        </pc:spChg>
        <pc:spChg chg="mod">
          <ac:chgData name="Olawale Abiodun Ogundeji (Dr.)" userId="S::wale@ahfid.org::bf7f3b58-5492-4b16-a9d7-34d40e1eb056" providerId="AD" clId="Web-{D76CD43F-0ED2-78F4-3CCB-732A264C2AF1}" dt="2026-02-02T00:26:11.068" v="137" actId="20577"/>
          <ac:spMkLst>
            <pc:docMk/>
            <pc:sldMk cId="2768235767" sldId="280"/>
            <ac:spMk id="4" creationId="{63C9C1FC-64E3-F489-ADF7-CD0AB08644BD}"/>
          </ac:spMkLst>
        </pc:spChg>
      </pc:sldChg>
      <pc:sldChg chg="addSp delSp modSp">
        <pc:chgData name="Olawale Abiodun Ogundeji (Dr.)" userId="S::wale@ahfid.org::bf7f3b58-5492-4b16-a9d7-34d40e1eb056" providerId="AD" clId="Web-{D76CD43F-0ED2-78F4-3CCB-732A264C2AF1}" dt="2026-02-02T00:50:44.056" v="256" actId="20577"/>
        <pc:sldMkLst>
          <pc:docMk/>
          <pc:sldMk cId="1066914800" sldId="281"/>
        </pc:sldMkLst>
        <pc:spChg chg="add mod">
          <ac:chgData name="Olawale Abiodun Ogundeji (Dr.)" userId="S::wale@ahfid.org::bf7f3b58-5492-4b16-a9d7-34d40e1eb056" providerId="AD" clId="Web-{D76CD43F-0ED2-78F4-3CCB-732A264C2AF1}" dt="2026-02-02T00:50:44.056" v="256" actId="20577"/>
          <ac:spMkLst>
            <pc:docMk/>
            <pc:sldMk cId="1066914800" sldId="281"/>
            <ac:spMk id="2" creationId="{D529ED65-5D7A-8055-EA89-2CCEDC161799}"/>
          </ac:spMkLst>
        </pc:spChg>
        <pc:spChg chg="mod">
          <ac:chgData name="Olawale Abiodun Ogundeji (Dr.)" userId="S::wale@ahfid.org::bf7f3b58-5492-4b16-a9d7-34d40e1eb056" providerId="AD" clId="Web-{D76CD43F-0ED2-78F4-3CCB-732A264C2AF1}" dt="2026-02-02T00:08:50.171" v="111" actId="20577"/>
          <ac:spMkLst>
            <pc:docMk/>
            <pc:sldMk cId="1066914800" sldId="281"/>
            <ac:spMk id="3" creationId="{88527B40-5BC3-62B0-3743-ECEA138D473F}"/>
          </ac:spMkLst>
        </pc:spChg>
        <pc:picChg chg="del">
          <ac:chgData name="Olawale Abiodun Ogundeji (Dr.)" userId="S::wale@ahfid.org::bf7f3b58-5492-4b16-a9d7-34d40e1eb056" providerId="AD" clId="Web-{D76CD43F-0ED2-78F4-3CCB-732A264C2AF1}" dt="2026-02-02T00:08:02.764" v="106"/>
          <ac:picMkLst>
            <pc:docMk/>
            <pc:sldMk cId="1066914800" sldId="281"/>
            <ac:picMk id="4" creationId="{31E24524-E364-68E7-935C-D0BAD30CB5FA}"/>
          </ac:picMkLst>
        </pc:picChg>
        <pc:picChg chg="del">
          <ac:chgData name="Olawale Abiodun Ogundeji (Dr.)" userId="S::wale@ahfid.org::bf7f3b58-5492-4b16-a9d7-34d40e1eb056" providerId="AD" clId="Web-{D76CD43F-0ED2-78F4-3CCB-732A264C2AF1}" dt="2026-02-02T00:08:04.593" v="107"/>
          <ac:picMkLst>
            <pc:docMk/>
            <pc:sldMk cId="1066914800" sldId="281"/>
            <ac:picMk id="5" creationId="{C516509C-94FC-8102-0B32-EFC9B2B91BB0}"/>
          </ac:picMkLst>
        </pc:picChg>
      </pc:sldChg>
      <pc:sldChg chg="addSp delSp modSp">
        <pc:chgData name="Olawale Abiodun Ogundeji (Dr.)" userId="S::wale@ahfid.org::bf7f3b58-5492-4b16-a9d7-34d40e1eb056" providerId="AD" clId="Web-{D76CD43F-0ED2-78F4-3CCB-732A264C2AF1}" dt="2026-02-02T00:59:35.840" v="347" actId="14100"/>
        <pc:sldMkLst>
          <pc:docMk/>
          <pc:sldMk cId="783745987" sldId="282"/>
        </pc:sldMkLst>
        <pc:spChg chg="mod">
          <ac:chgData name="Olawale Abiodun Ogundeji (Dr.)" userId="S::wale@ahfid.org::bf7f3b58-5492-4b16-a9d7-34d40e1eb056" providerId="AD" clId="Web-{D76CD43F-0ED2-78F4-3CCB-732A264C2AF1}" dt="2026-02-02T00:59:35.840" v="347" actId="14100"/>
          <ac:spMkLst>
            <pc:docMk/>
            <pc:sldMk cId="783745987" sldId="282"/>
            <ac:spMk id="3" creationId="{FAD43A78-BCDA-6114-35E0-08C68F17DF33}"/>
          </ac:spMkLst>
        </pc:spChg>
        <pc:spChg chg="add mod">
          <ac:chgData name="Olawale Abiodun Ogundeji (Dr.)" userId="S::wale@ahfid.org::bf7f3b58-5492-4b16-a9d7-34d40e1eb056" providerId="AD" clId="Web-{D76CD43F-0ED2-78F4-3CCB-732A264C2AF1}" dt="2026-02-02T00:59:06.949" v="339" actId="20577"/>
          <ac:spMkLst>
            <pc:docMk/>
            <pc:sldMk cId="783745987" sldId="282"/>
            <ac:spMk id="4" creationId="{86BC29E0-FF15-95A1-6BC5-298057879904}"/>
          </ac:spMkLst>
        </pc:spChg>
        <pc:spChg chg="mod">
          <ac:chgData name="Olawale Abiodun Ogundeji (Dr.)" userId="S::wale@ahfid.org::bf7f3b58-5492-4b16-a9d7-34d40e1eb056" providerId="AD" clId="Web-{D76CD43F-0ED2-78F4-3CCB-732A264C2AF1}" dt="2026-02-02T00:58:05.495" v="327" actId="1076"/>
          <ac:spMkLst>
            <pc:docMk/>
            <pc:sldMk cId="783745987" sldId="282"/>
            <ac:spMk id="7" creationId="{069DC2A6-BE95-97DE-82F2-DF1503BB784F}"/>
          </ac:spMkLst>
        </pc:spChg>
        <pc:picChg chg="del">
          <ac:chgData name="Olawale Abiodun Ogundeji (Dr.)" userId="S::wale@ahfid.org::bf7f3b58-5492-4b16-a9d7-34d40e1eb056" providerId="AD" clId="Web-{D76CD43F-0ED2-78F4-3CCB-732A264C2AF1}" dt="2026-02-02T00:57:52.963" v="322"/>
          <ac:picMkLst>
            <pc:docMk/>
            <pc:sldMk cId="783745987" sldId="282"/>
            <ac:picMk id="2" creationId="{6E0A36DA-789D-0BF1-0384-1704153E5A81}"/>
          </ac:picMkLst>
        </pc:picChg>
        <pc:picChg chg="del">
          <ac:chgData name="Olawale Abiodun Ogundeji (Dr.)" userId="S::wale@ahfid.org::bf7f3b58-5492-4b16-a9d7-34d40e1eb056" providerId="AD" clId="Web-{D76CD43F-0ED2-78F4-3CCB-732A264C2AF1}" dt="2026-02-02T00:57:51.401" v="321"/>
          <ac:picMkLst>
            <pc:docMk/>
            <pc:sldMk cId="783745987" sldId="282"/>
            <ac:picMk id="5" creationId="{3E20DCD9-53C0-1408-FC6E-14B074624168}"/>
          </ac:picMkLst>
        </pc:picChg>
      </pc:sldChg>
    </pc:docChg>
  </pc:docChgLst>
  <pc:docChgLst>
    <pc:chgData name="Olawale Abiodun Ogundeji (Dr.)" userId="S::wale@ahfid.org::bf7f3b58-5492-4b16-a9d7-34d40e1eb056" providerId="AD" clId="Web-{DE92FAB8-5C49-5EFD-E114-E06D170F8F9C}"/>
    <pc:docChg chg="modSld">
      <pc:chgData name="Olawale Abiodun Ogundeji (Dr.)" userId="S::wale@ahfid.org::bf7f3b58-5492-4b16-a9d7-34d40e1eb056" providerId="AD" clId="Web-{DE92FAB8-5C49-5EFD-E114-E06D170F8F9C}" dt="2026-01-21T18:56:38.863" v="168" actId="14100"/>
      <pc:docMkLst>
        <pc:docMk/>
      </pc:docMkLst>
      <pc:sldChg chg="addSp delSp modSp">
        <pc:chgData name="Olawale Abiodun Ogundeji (Dr.)" userId="S::wale@ahfid.org::bf7f3b58-5492-4b16-a9d7-34d40e1eb056" providerId="AD" clId="Web-{DE92FAB8-5C49-5EFD-E114-E06D170F8F9C}" dt="2026-01-21T18:49:11.628" v="72" actId="20577"/>
        <pc:sldMkLst>
          <pc:docMk/>
          <pc:sldMk cId="0" sldId="257"/>
        </pc:sldMkLst>
        <pc:spChg chg="add mod">
          <ac:chgData name="Olawale Abiodun Ogundeji (Dr.)" userId="S::wale@ahfid.org::bf7f3b58-5492-4b16-a9d7-34d40e1eb056" providerId="AD" clId="Web-{DE92FAB8-5C49-5EFD-E114-E06D170F8F9C}" dt="2026-01-21T18:49:11.628" v="72" actId="20577"/>
          <ac:spMkLst>
            <pc:docMk/>
            <pc:sldMk cId="0" sldId="257"/>
            <ac:spMk id="3" creationId="{9FC1A636-E70D-E210-F2FB-993CA5152805}"/>
          </ac:spMkLst>
        </pc:spChg>
      </pc:sldChg>
      <pc:sldChg chg="addSp delSp modSp">
        <pc:chgData name="Olawale Abiodun Ogundeji (Dr.)" userId="S::wale@ahfid.org::bf7f3b58-5492-4b16-a9d7-34d40e1eb056" providerId="AD" clId="Web-{DE92FAB8-5C49-5EFD-E114-E06D170F8F9C}" dt="2026-01-21T18:56:38.863" v="168" actId="14100"/>
        <pc:sldMkLst>
          <pc:docMk/>
          <pc:sldMk cId="0" sldId="259"/>
        </pc:sldMkLst>
        <pc:spChg chg="mod">
          <ac:chgData name="Olawale Abiodun Ogundeji (Dr.)" userId="S::wale@ahfid.org::bf7f3b58-5492-4b16-a9d7-34d40e1eb056" providerId="AD" clId="Web-{DE92FAB8-5C49-5EFD-E114-E06D170F8F9C}" dt="2026-01-21T18:52:30.278" v="108" actId="20577"/>
          <ac:spMkLst>
            <pc:docMk/>
            <pc:sldMk cId="0" sldId="259"/>
            <ac:spMk id="2" creationId="{00000000-0000-0000-0000-000000000000}"/>
          </ac:spMkLst>
        </pc:spChg>
        <pc:spChg chg="add mod">
          <ac:chgData name="Olawale Abiodun Ogundeji (Dr.)" userId="S::wale@ahfid.org::bf7f3b58-5492-4b16-a9d7-34d40e1eb056" providerId="AD" clId="Web-{DE92FAB8-5C49-5EFD-E114-E06D170F8F9C}" dt="2026-01-21T18:56:30.222" v="166" actId="20577"/>
          <ac:spMkLst>
            <pc:docMk/>
            <pc:sldMk cId="0" sldId="259"/>
            <ac:spMk id="3" creationId="{3EDAD1F7-BB38-C95D-7ECE-AAB912129DE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9A7199-659A-4064-9D87-9E89ED46822F}" type="datetimeFigureOut">
              <a:t>2/1/2026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ECD79B-70D4-4C0F-8998-82B634FB71F5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94738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/>
              <a:buChar char="•"/>
            </a:pPr>
            <a:r>
              <a:rPr lang="en-US" dirty="0">
                <a:solidFill>
                  <a:srgbClr val="03807F"/>
                </a:solidFill>
              </a:rPr>
              <a:t>Two models with the same accuracy behave very differently in deployment. Why? Distribution shift and variance: Because </a:t>
            </a:r>
            <a:r>
              <a:rPr lang="en-US" b="1" dirty="0">
                <a:solidFill>
                  <a:srgbClr val="03807F"/>
                </a:solidFill>
              </a:rPr>
              <a:t>accuracy is an average</a:t>
            </a:r>
            <a:r>
              <a:rPr lang="en-US" dirty="0">
                <a:solidFill>
                  <a:srgbClr val="03807F"/>
                </a:solidFill>
              </a:rPr>
              <a:t>, while </a:t>
            </a:r>
            <a:r>
              <a:rPr lang="en-US" b="1" dirty="0">
                <a:solidFill>
                  <a:srgbClr val="03807F"/>
                </a:solidFill>
              </a:rPr>
              <a:t>deployment exposes models to changing data distributions and different levels of variance</a:t>
            </a:r>
            <a:r>
              <a:rPr lang="en-US" dirty="0">
                <a:solidFill>
                  <a:srgbClr val="03807F"/>
                </a:solidFill>
              </a:rPr>
              <a:t>.</a:t>
            </a:r>
            <a:endParaRPr lang="en-US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ECD79B-70D4-4C0F-8998-82B634FB71F5}" type="slidenum"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45718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D14202-0690-B0DA-2B7F-A04BC722D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90A7C4-45E2-B3FB-1470-ECA8D1DDA2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AB89A7-D23B-11F4-FC2A-01C142661A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/>
              <a:buChar char="•"/>
            </a:pPr>
            <a:r>
              <a:rPr lang="en-US" dirty="0">
                <a:solidFill>
                  <a:srgbClr val="03807F"/>
                </a:solidFill>
              </a:rPr>
              <a:t>Two models with the same accuracy behave very differently in deployment. Why? Distribution shift and variance: Because </a:t>
            </a:r>
            <a:r>
              <a:rPr lang="en-US" b="1" dirty="0">
                <a:solidFill>
                  <a:srgbClr val="03807F"/>
                </a:solidFill>
              </a:rPr>
              <a:t>accuracy is an average</a:t>
            </a:r>
            <a:r>
              <a:rPr lang="en-US" dirty="0">
                <a:solidFill>
                  <a:srgbClr val="03807F"/>
                </a:solidFill>
              </a:rPr>
              <a:t>, while </a:t>
            </a:r>
            <a:r>
              <a:rPr lang="en-US" b="1" dirty="0">
                <a:solidFill>
                  <a:srgbClr val="03807F"/>
                </a:solidFill>
              </a:rPr>
              <a:t>deployment exposes models to changing data distributions and different levels of variance</a:t>
            </a:r>
            <a:r>
              <a:rPr lang="en-US" dirty="0">
                <a:solidFill>
                  <a:srgbClr val="03807F"/>
                </a:solidFill>
              </a:rPr>
              <a:t>.</a:t>
            </a:r>
            <a:endParaRPr lang="en-US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E602DE-EFC9-D6CC-BD77-BFDF48AE2D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ECD79B-70D4-4C0F-8998-82B634FB71F5}" type="slidenum"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35368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2B2565-873E-A1B4-D807-A7923D593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4F753C-CB98-F3D8-3EB6-D5D12A0118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D2AF49-BE10-EFCB-802C-E538C850A5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/>
              <a:buChar char="•"/>
            </a:pPr>
            <a:r>
              <a:rPr lang="en-US" dirty="0">
                <a:solidFill>
                  <a:srgbClr val="03807F"/>
                </a:solidFill>
              </a:rPr>
              <a:t>Two models with the same accuracy behave very differently in deployment. Why? Distribution shift and variance: Because </a:t>
            </a:r>
            <a:r>
              <a:rPr lang="en-US" b="1" dirty="0">
                <a:solidFill>
                  <a:srgbClr val="03807F"/>
                </a:solidFill>
              </a:rPr>
              <a:t>accuracy is an average</a:t>
            </a:r>
            <a:r>
              <a:rPr lang="en-US" dirty="0">
                <a:solidFill>
                  <a:srgbClr val="03807F"/>
                </a:solidFill>
              </a:rPr>
              <a:t>, while </a:t>
            </a:r>
            <a:r>
              <a:rPr lang="en-US" b="1" dirty="0">
                <a:solidFill>
                  <a:srgbClr val="03807F"/>
                </a:solidFill>
              </a:rPr>
              <a:t>deployment exposes models to changing data distributions and different levels of variance</a:t>
            </a:r>
            <a:r>
              <a:rPr lang="en-US" dirty="0">
                <a:solidFill>
                  <a:srgbClr val="03807F"/>
                </a:solidFill>
              </a:rPr>
              <a:t>.</a:t>
            </a:r>
            <a:endParaRPr lang="en-US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6AA0D9-4993-8AA3-C261-C73D125981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ECD79B-70D4-4C0F-8998-82B634FB71F5}" type="slidenum"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83278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6201388" y="0"/>
            <a:ext cx="5990612" cy="6858001"/>
            <a:chOff x="6201388" y="0"/>
            <a:chExt cx="5990612" cy="6858001"/>
          </a:xfrm>
        </p:grpSpPr>
        <p:sp>
          <p:nvSpPr>
            <p:cNvPr id="45" name="Oval 44"/>
            <p:cNvSpPr/>
            <p:nvPr/>
          </p:nvSpPr>
          <p:spPr>
            <a:xfrm>
              <a:off x="6201388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6201389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2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4" y="565575"/>
                    <a:pt x="565362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7564255" y="6292426"/>
              <a:ext cx="1130723" cy="565575"/>
            </a:xfrm>
            <a:custGeom>
              <a:avLst/>
              <a:gdLst>
                <a:gd name="connsiteX0" fmla="*/ 565362 w 1130723"/>
                <a:gd name="connsiteY0" fmla="*/ 0 h 565575"/>
                <a:gd name="connsiteX1" fmla="*/ 1130723 w 1130723"/>
                <a:gd name="connsiteY1" fmla="*/ 565362 h 565575"/>
                <a:gd name="connsiteX2" fmla="*/ 1130702 w 1130723"/>
                <a:gd name="connsiteY2" fmla="*/ 565575 h 565575"/>
                <a:gd name="connsiteX3" fmla="*/ 21 w 1130723"/>
                <a:gd name="connsiteY3" fmla="*/ 565575 h 565575"/>
                <a:gd name="connsiteX4" fmla="*/ 0 w 1130723"/>
                <a:gd name="connsiteY4" fmla="*/ 565362 h 565575"/>
                <a:gd name="connsiteX5" fmla="*/ 565362 w 1130723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3" h="565575">
                  <a:moveTo>
                    <a:pt x="565362" y="0"/>
                  </a:moveTo>
                  <a:cubicBezTo>
                    <a:pt x="877602" y="0"/>
                    <a:pt x="1130723" y="253121"/>
                    <a:pt x="1130723" y="565362"/>
                  </a:cubicBezTo>
                  <a:lnTo>
                    <a:pt x="1130702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0" y="0"/>
                    <a:pt x="565362" y="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1" name="Oval 50"/>
            <p:cNvSpPr/>
            <p:nvPr/>
          </p:nvSpPr>
          <p:spPr>
            <a:xfrm>
              <a:off x="7564253" y="3549396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Oval 59"/>
            <p:cNvSpPr/>
            <p:nvPr/>
          </p:nvSpPr>
          <p:spPr>
            <a:xfrm>
              <a:off x="7564253" y="2177881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Oval 62"/>
            <p:cNvSpPr/>
            <p:nvPr/>
          </p:nvSpPr>
          <p:spPr>
            <a:xfrm>
              <a:off x="7564253" y="806366"/>
              <a:ext cx="1130725" cy="1130724"/>
            </a:xfrm>
            <a:prstGeom prst="ellipse">
              <a:avLst/>
            </a:pr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4" name="Freeform 63"/>
            <p:cNvSpPr/>
            <p:nvPr/>
          </p:nvSpPr>
          <p:spPr>
            <a:xfrm>
              <a:off x="7564254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3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3" y="565575"/>
                    <a:pt x="565363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65" name="Freeform 64"/>
            <p:cNvSpPr/>
            <p:nvPr/>
          </p:nvSpPr>
          <p:spPr>
            <a:xfrm>
              <a:off x="8927118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2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2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7" name="Oval 66"/>
            <p:cNvSpPr/>
            <p:nvPr/>
          </p:nvSpPr>
          <p:spPr>
            <a:xfrm>
              <a:off x="8927118" y="4920911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Oval 67"/>
            <p:cNvSpPr/>
            <p:nvPr/>
          </p:nvSpPr>
          <p:spPr>
            <a:xfrm>
              <a:off x="8927118" y="3549396"/>
              <a:ext cx="1130725" cy="1130724"/>
            </a:xfrm>
            <a:prstGeom prst="ellipse">
              <a:avLst/>
            </a:pr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Oval 68"/>
            <p:cNvSpPr/>
            <p:nvPr/>
          </p:nvSpPr>
          <p:spPr>
            <a:xfrm>
              <a:off x="8927118" y="2177881"/>
              <a:ext cx="1130725" cy="1130724"/>
            </a:xfrm>
            <a:prstGeom prst="ellipse">
              <a:avLst/>
            </a:pr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0" name="Oval 69"/>
            <p:cNvSpPr/>
            <p:nvPr/>
          </p:nvSpPr>
          <p:spPr>
            <a:xfrm>
              <a:off x="8927118" y="806366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Freeform 70"/>
            <p:cNvSpPr/>
            <p:nvPr/>
          </p:nvSpPr>
          <p:spPr>
            <a:xfrm>
              <a:off x="8927117" y="0"/>
              <a:ext cx="1130726" cy="565576"/>
            </a:xfrm>
            <a:custGeom>
              <a:avLst/>
              <a:gdLst>
                <a:gd name="connsiteX0" fmla="*/ 22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2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2" name="Freeform 71"/>
            <p:cNvSpPr/>
            <p:nvPr/>
          </p:nvSpPr>
          <p:spPr>
            <a:xfrm>
              <a:off x="10289984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1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3" name="Oval 72"/>
            <p:cNvSpPr/>
            <p:nvPr/>
          </p:nvSpPr>
          <p:spPr>
            <a:xfrm>
              <a:off x="10289984" y="4920911"/>
              <a:ext cx="1130725" cy="1130724"/>
            </a:xfrm>
            <a:prstGeom prst="ellipse">
              <a:avLst/>
            </a:pr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Oval 73"/>
            <p:cNvSpPr/>
            <p:nvPr/>
          </p:nvSpPr>
          <p:spPr>
            <a:xfrm>
              <a:off x="10289984" y="3549396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Oval 74"/>
            <p:cNvSpPr/>
            <p:nvPr/>
          </p:nvSpPr>
          <p:spPr>
            <a:xfrm>
              <a:off x="10289984" y="806366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Freeform 75"/>
            <p:cNvSpPr/>
            <p:nvPr/>
          </p:nvSpPr>
          <p:spPr>
            <a:xfrm>
              <a:off x="10289983" y="0"/>
              <a:ext cx="1130726" cy="565576"/>
            </a:xfrm>
            <a:custGeom>
              <a:avLst/>
              <a:gdLst>
                <a:gd name="connsiteX0" fmla="*/ 21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1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7" name="Freeform 76"/>
            <p:cNvSpPr/>
            <p:nvPr/>
          </p:nvSpPr>
          <p:spPr>
            <a:xfrm>
              <a:off x="11652854" y="6295069"/>
              <a:ext cx="539146" cy="562931"/>
            </a:xfrm>
            <a:custGeom>
              <a:avLst/>
              <a:gdLst>
                <a:gd name="connsiteX0" fmla="*/ 539146 w 539146"/>
                <a:gd name="connsiteY0" fmla="*/ 0 h 562931"/>
                <a:gd name="connsiteX1" fmla="*/ 539146 w 539146"/>
                <a:gd name="connsiteY1" fmla="*/ 562931 h 562931"/>
                <a:gd name="connsiteX2" fmla="*/ 21 w 539146"/>
                <a:gd name="connsiteY2" fmla="*/ 562931 h 562931"/>
                <a:gd name="connsiteX3" fmla="*/ 0 w 539146"/>
                <a:gd name="connsiteY3" fmla="*/ 562719 h 562931"/>
                <a:gd name="connsiteX4" fmla="*/ 451422 w 539146"/>
                <a:gd name="connsiteY4" fmla="*/ 8843 h 562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6" h="562931">
                  <a:moveTo>
                    <a:pt x="539146" y="0"/>
                  </a:moveTo>
                  <a:lnTo>
                    <a:pt x="539146" y="562931"/>
                  </a:lnTo>
                  <a:lnTo>
                    <a:pt x="21" y="562931"/>
                  </a:lnTo>
                  <a:lnTo>
                    <a:pt x="0" y="562719"/>
                  </a:lnTo>
                  <a:cubicBezTo>
                    <a:pt x="0" y="289508"/>
                    <a:pt x="193796" y="61561"/>
                    <a:pt x="451422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8" name="Freeform 77"/>
            <p:cNvSpPr/>
            <p:nvPr/>
          </p:nvSpPr>
          <p:spPr>
            <a:xfrm>
              <a:off x="11652853" y="4923555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9" name="Freeform 78"/>
            <p:cNvSpPr/>
            <p:nvPr/>
          </p:nvSpPr>
          <p:spPr>
            <a:xfrm>
              <a:off x="11652853" y="3552039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0" name="Freeform 79"/>
            <p:cNvSpPr/>
            <p:nvPr/>
          </p:nvSpPr>
          <p:spPr>
            <a:xfrm>
              <a:off x="11652853" y="2180524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9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1" name="Freeform 80"/>
            <p:cNvSpPr/>
            <p:nvPr/>
          </p:nvSpPr>
          <p:spPr>
            <a:xfrm>
              <a:off x="11652853" y="809010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2" name="Freeform 81"/>
            <p:cNvSpPr/>
            <p:nvPr/>
          </p:nvSpPr>
          <p:spPr>
            <a:xfrm>
              <a:off x="11652853" y="1"/>
              <a:ext cx="539147" cy="562933"/>
            </a:xfrm>
            <a:custGeom>
              <a:avLst/>
              <a:gdLst>
                <a:gd name="connsiteX0" fmla="*/ 22 w 539147"/>
                <a:gd name="connsiteY0" fmla="*/ 0 h 562933"/>
                <a:gd name="connsiteX1" fmla="*/ 539147 w 539147"/>
                <a:gd name="connsiteY1" fmla="*/ 0 h 562933"/>
                <a:gd name="connsiteX2" fmla="*/ 539147 w 539147"/>
                <a:gd name="connsiteY2" fmla="*/ 562933 h 562933"/>
                <a:gd name="connsiteX3" fmla="*/ 451423 w 539147"/>
                <a:gd name="connsiteY3" fmla="*/ 554090 h 562933"/>
                <a:gd name="connsiteX4" fmla="*/ 0 w 539147"/>
                <a:gd name="connsiteY4" fmla="*/ 214 h 562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562933">
                  <a:moveTo>
                    <a:pt x="22" y="0"/>
                  </a:moveTo>
                  <a:lnTo>
                    <a:pt x="539147" y="0"/>
                  </a:lnTo>
                  <a:lnTo>
                    <a:pt x="539147" y="562933"/>
                  </a:lnTo>
                  <a:lnTo>
                    <a:pt x="451423" y="554090"/>
                  </a:lnTo>
                  <a:cubicBezTo>
                    <a:pt x="193797" y="501372"/>
                    <a:pt x="0" y="27342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5150" y="768334"/>
            <a:ext cx="5066001" cy="2866405"/>
          </a:xfrm>
        </p:spPr>
        <p:txBody>
          <a:bodyPr anchor="t"/>
          <a:lstStyle>
            <a:lvl1pPr algn="l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65150" y="4283239"/>
            <a:ext cx="5066001" cy="1475177"/>
          </a:xfrm>
        </p:spPr>
        <p:txBody>
          <a:bodyPr anchor="b"/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66928" y="457200"/>
            <a:ext cx="3608205" cy="365125"/>
          </a:xfrm>
        </p:spPr>
        <p:txBody>
          <a:bodyPr/>
          <a:lstStyle>
            <a:lvl1pPr algn="l">
              <a:defRPr/>
            </a:lvl1pPr>
          </a:lstStyle>
          <a:p>
            <a:pPr algn="l"/>
            <a:fld id="{A5B0A250-5CC0-1746-B209-08E8B0DAE6AF}" type="datetimeFigureOut">
              <a:rPr lang="en-US" smtClean="0"/>
              <a:t>2/1/2026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817335" y="6141085"/>
            <a:ext cx="813816" cy="365125"/>
          </a:xfrm>
        </p:spPr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565150" y="6087110"/>
            <a:ext cx="5066001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close up of a logo&#10;&#10;AI-generated content may be incorrect.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022" y="5910222"/>
            <a:ext cx="850588" cy="6141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87169" y="6141085"/>
            <a:ext cx="813816" cy="365125"/>
          </a:xfrm>
        </p:spPr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A close up of a logo&#10;&#10;AI-generated content may be incorrect.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7582" y="457200"/>
            <a:ext cx="850588" cy="614125"/>
          </a:xfrm>
          <a:prstGeom prst="rect">
            <a:avLst/>
          </a:prstGeom>
        </p:spPr>
      </p:pic>
      <p:pic>
        <p:nvPicPr>
          <p:cNvPr id="10" name="Picture 9" descr="A blue and orange lines&#10;&#10;AI-generated content may be incorrect.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8199"/>
          <a:stretch>
            <a:fillRect/>
          </a:stretch>
        </p:blipFill>
        <p:spPr>
          <a:xfrm rot="5400000">
            <a:off x="5710555" y="376555"/>
            <a:ext cx="770890" cy="12192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5150" y="768351"/>
            <a:ext cx="5066001" cy="2334768"/>
          </a:xfrm>
        </p:spPr>
        <p:txBody>
          <a:bodyPr anchor="t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5150" y="4255453"/>
            <a:ext cx="5066001" cy="1500187"/>
          </a:xfrm>
        </p:spPr>
        <p:txBody>
          <a:bodyPr anchor="b"/>
          <a:lstStyle>
            <a:lvl1pPr marL="0" indent="0">
              <a:buNone/>
              <a:defRPr sz="2400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817335" y="6141085"/>
            <a:ext cx="813816" cy="365125"/>
          </a:xfrm>
        </p:spPr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565150" y="6087110"/>
            <a:ext cx="5066001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Group 32"/>
          <p:cNvGrpSpPr/>
          <p:nvPr userDrawn="1"/>
        </p:nvGrpSpPr>
        <p:grpSpPr>
          <a:xfrm>
            <a:off x="6201388" y="0"/>
            <a:ext cx="5990612" cy="6858001"/>
            <a:chOff x="6201388" y="0"/>
            <a:chExt cx="5990612" cy="6858001"/>
          </a:xfrm>
        </p:grpSpPr>
        <p:sp>
          <p:nvSpPr>
            <p:cNvPr id="34" name="Oval 33"/>
            <p:cNvSpPr/>
            <p:nvPr/>
          </p:nvSpPr>
          <p:spPr>
            <a:xfrm>
              <a:off x="6201388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 46"/>
            <p:cNvSpPr/>
            <p:nvPr/>
          </p:nvSpPr>
          <p:spPr>
            <a:xfrm>
              <a:off x="6201389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2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4" y="565575"/>
                    <a:pt x="565362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6" name="Freeform 48"/>
            <p:cNvSpPr/>
            <p:nvPr/>
          </p:nvSpPr>
          <p:spPr>
            <a:xfrm>
              <a:off x="7564255" y="6292426"/>
              <a:ext cx="1130723" cy="565575"/>
            </a:xfrm>
            <a:custGeom>
              <a:avLst/>
              <a:gdLst>
                <a:gd name="connsiteX0" fmla="*/ 565362 w 1130723"/>
                <a:gd name="connsiteY0" fmla="*/ 0 h 565575"/>
                <a:gd name="connsiteX1" fmla="*/ 1130723 w 1130723"/>
                <a:gd name="connsiteY1" fmla="*/ 565362 h 565575"/>
                <a:gd name="connsiteX2" fmla="*/ 1130702 w 1130723"/>
                <a:gd name="connsiteY2" fmla="*/ 565575 h 565575"/>
                <a:gd name="connsiteX3" fmla="*/ 21 w 1130723"/>
                <a:gd name="connsiteY3" fmla="*/ 565575 h 565575"/>
                <a:gd name="connsiteX4" fmla="*/ 0 w 1130723"/>
                <a:gd name="connsiteY4" fmla="*/ 565362 h 565575"/>
                <a:gd name="connsiteX5" fmla="*/ 565362 w 1130723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3" h="565575">
                  <a:moveTo>
                    <a:pt x="565362" y="0"/>
                  </a:moveTo>
                  <a:cubicBezTo>
                    <a:pt x="877602" y="0"/>
                    <a:pt x="1130723" y="253121"/>
                    <a:pt x="1130723" y="565362"/>
                  </a:cubicBezTo>
                  <a:lnTo>
                    <a:pt x="1130702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0" y="0"/>
                    <a:pt x="565362" y="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7" name="Oval 36"/>
            <p:cNvSpPr/>
            <p:nvPr/>
          </p:nvSpPr>
          <p:spPr>
            <a:xfrm>
              <a:off x="7564253" y="3549396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Oval 37"/>
            <p:cNvSpPr/>
            <p:nvPr/>
          </p:nvSpPr>
          <p:spPr>
            <a:xfrm>
              <a:off x="7564253" y="2177881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Oval 63"/>
            <p:cNvSpPr/>
            <p:nvPr/>
          </p:nvSpPr>
          <p:spPr>
            <a:xfrm>
              <a:off x="7564253" y="806366"/>
              <a:ext cx="1130725" cy="1130724"/>
            </a:xfrm>
            <a:prstGeom prst="ellipse">
              <a:avLst/>
            </a:pr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5" name="Freeform 63"/>
            <p:cNvSpPr/>
            <p:nvPr/>
          </p:nvSpPr>
          <p:spPr>
            <a:xfrm>
              <a:off x="7564254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3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3" y="565575"/>
                    <a:pt x="565363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66" name="Freeform 64"/>
            <p:cNvSpPr/>
            <p:nvPr/>
          </p:nvSpPr>
          <p:spPr>
            <a:xfrm>
              <a:off x="8927118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2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2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7" name="Oval 66"/>
            <p:cNvSpPr/>
            <p:nvPr/>
          </p:nvSpPr>
          <p:spPr>
            <a:xfrm>
              <a:off x="8927118" y="4920911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Oval 67"/>
            <p:cNvSpPr/>
            <p:nvPr/>
          </p:nvSpPr>
          <p:spPr>
            <a:xfrm>
              <a:off x="8927118" y="3549396"/>
              <a:ext cx="1130725" cy="1130724"/>
            </a:xfrm>
            <a:prstGeom prst="ellipse">
              <a:avLst/>
            </a:pr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Oval 68"/>
            <p:cNvSpPr/>
            <p:nvPr/>
          </p:nvSpPr>
          <p:spPr>
            <a:xfrm>
              <a:off x="8927118" y="2177881"/>
              <a:ext cx="1130725" cy="1130724"/>
            </a:xfrm>
            <a:prstGeom prst="ellipse">
              <a:avLst/>
            </a:pr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0" name="Oval 69"/>
            <p:cNvSpPr/>
            <p:nvPr/>
          </p:nvSpPr>
          <p:spPr>
            <a:xfrm>
              <a:off x="8927118" y="806366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Freeform 70"/>
            <p:cNvSpPr/>
            <p:nvPr/>
          </p:nvSpPr>
          <p:spPr>
            <a:xfrm>
              <a:off x="8927117" y="0"/>
              <a:ext cx="1130726" cy="565576"/>
            </a:xfrm>
            <a:custGeom>
              <a:avLst/>
              <a:gdLst>
                <a:gd name="connsiteX0" fmla="*/ 22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2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2" name="Freeform 71"/>
            <p:cNvSpPr/>
            <p:nvPr/>
          </p:nvSpPr>
          <p:spPr>
            <a:xfrm>
              <a:off x="10289984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1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3" name="Oval 72"/>
            <p:cNvSpPr/>
            <p:nvPr/>
          </p:nvSpPr>
          <p:spPr>
            <a:xfrm>
              <a:off x="10289984" y="4920911"/>
              <a:ext cx="1130725" cy="1130724"/>
            </a:xfrm>
            <a:prstGeom prst="ellipse">
              <a:avLst/>
            </a:pr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Oval 73"/>
            <p:cNvSpPr/>
            <p:nvPr/>
          </p:nvSpPr>
          <p:spPr>
            <a:xfrm>
              <a:off x="10289984" y="3549396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Oval 74"/>
            <p:cNvSpPr/>
            <p:nvPr/>
          </p:nvSpPr>
          <p:spPr>
            <a:xfrm>
              <a:off x="10289984" y="806366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Freeform 75"/>
            <p:cNvSpPr/>
            <p:nvPr/>
          </p:nvSpPr>
          <p:spPr>
            <a:xfrm>
              <a:off x="10289983" y="0"/>
              <a:ext cx="1130726" cy="565576"/>
            </a:xfrm>
            <a:custGeom>
              <a:avLst/>
              <a:gdLst>
                <a:gd name="connsiteX0" fmla="*/ 21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1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7" name="Freeform 76"/>
            <p:cNvSpPr/>
            <p:nvPr/>
          </p:nvSpPr>
          <p:spPr>
            <a:xfrm>
              <a:off x="11652854" y="6295069"/>
              <a:ext cx="539146" cy="562931"/>
            </a:xfrm>
            <a:custGeom>
              <a:avLst/>
              <a:gdLst>
                <a:gd name="connsiteX0" fmla="*/ 539146 w 539146"/>
                <a:gd name="connsiteY0" fmla="*/ 0 h 562931"/>
                <a:gd name="connsiteX1" fmla="*/ 539146 w 539146"/>
                <a:gd name="connsiteY1" fmla="*/ 562931 h 562931"/>
                <a:gd name="connsiteX2" fmla="*/ 21 w 539146"/>
                <a:gd name="connsiteY2" fmla="*/ 562931 h 562931"/>
                <a:gd name="connsiteX3" fmla="*/ 0 w 539146"/>
                <a:gd name="connsiteY3" fmla="*/ 562719 h 562931"/>
                <a:gd name="connsiteX4" fmla="*/ 451422 w 539146"/>
                <a:gd name="connsiteY4" fmla="*/ 8843 h 562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6" h="562931">
                  <a:moveTo>
                    <a:pt x="539146" y="0"/>
                  </a:moveTo>
                  <a:lnTo>
                    <a:pt x="539146" y="562931"/>
                  </a:lnTo>
                  <a:lnTo>
                    <a:pt x="21" y="562931"/>
                  </a:lnTo>
                  <a:lnTo>
                    <a:pt x="0" y="562719"/>
                  </a:lnTo>
                  <a:cubicBezTo>
                    <a:pt x="0" y="289508"/>
                    <a:pt x="193796" y="61561"/>
                    <a:pt x="451422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8" name="Freeform 77"/>
            <p:cNvSpPr/>
            <p:nvPr/>
          </p:nvSpPr>
          <p:spPr>
            <a:xfrm>
              <a:off x="11652853" y="4923555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9" name="Freeform 78"/>
            <p:cNvSpPr/>
            <p:nvPr/>
          </p:nvSpPr>
          <p:spPr>
            <a:xfrm>
              <a:off x="11652853" y="3552039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0" name="Freeform 79"/>
            <p:cNvSpPr/>
            <p:nvPr/>
          </p:nvSpPr>
          <p:spPr>
            <a:xfrm>
              <a:off x="11652853" y="2180524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9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1" name="Freeform 80"/>
            <p:cNvSpPr/>
            <p:nvPr/>
          </p:nvSpPr>
          <p:spPr>
            <a:xfrm>
              <a:off x="11652853" y="809010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2" name="Freeform 81"/>
            <p:cNvSpPr/>
            <p:nvPr/>
          </p:nvSpPr>
          <p:spPr>
            <a:xfrm>
              <a:off x="11652853" y="1"/>
              <a:ext cx="539147" cy="562933"/>
            </a:xfrm>
            <a:custGeom>
              <a:avLst/>
              <a:gdLst>
                <a:gd name="connsiteX0" fmla="*/ 22 w 539147"/>
                <a:gd name="connsiteY0" fmla="*/ 0 h 562933"/>
                <a:gd name="connsiteX1" fmla="*/ 539147 w 539147"/>
                <a:gd name="connsiteY1" fmla="*/ 0 h 562933"/>
                <a:gd name="connsiteX2" fmla="*/ 539147 w 539147"/>
                <a:gd name="connsiteY2" fmla="*/ 562933 h 562933"/>
                <a:gd name="connsiteX3" fmla="*/ 451423 w 539147"/>
                <a:gd name="connsiteY3" fmla="*/ 554090 h 562933"/>
                <a:gd name="connsiteX4" fmla="*/ 0 w 539147"/>
                <a:gd name="connsiteY4" fmla="*/ 214 h 562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562933">
                  <a:moveTo>
                    <a:pt x="22" y="0"/>
                  </a:moveTo>
                  <a:lnTo>
                    <a:pt x="539147" y="0"/>
                  </a:lnTo>
                  <a:lnTo>
                    <a:pt x="539147" y="562933"/>
                  </a:lnTo>
                  <a:lnTo>
                    <a:pt x="451423" y="554090"/>
                  </a:lnTo>
                  <a:cubicBezTo>
                    <a:pt x="193797" y="501372"/>
                    <a:pt x="0" y="27342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83" name="Picture 82" descr="A close up of a logo&#10;&#10;AI-generated content may be incorrect.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022" y="5910222"/>
            <a:ext cx="850588" cy="6141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8" name="Oval 17"/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 18"/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/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/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/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22"/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4" name="Freeform 23"/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62851" y="2365755"/>
            <a:ext cx="5239512" cy="33954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89638" y="2365755"/>
            <a:ext cx="5239512" cy="33954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close up of a logo&#10;&#10;AI-generated content may be incorrect.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022" y="5910222"/>
            <a:ext cx="850588" cy="6141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20" name="Oval 19"/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 20"/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/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22"/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4" name="Freeform 23"/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" name="Freeform 24"/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6" name="Freeform 25"/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768096"/>
            <a:ext cx="7333488" cy="12710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2149" y="2365756"/>
            <a:ext cx="523951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2149" y="3189668"/>
            <a:ext cx="5239512" cy="257155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83066" y="2365756"/>
            <a:ext cx="523951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83066" y="3189668"/>
            <a:ext cx="5239512" cy="257155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2/1/2026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A close up of a logo&#10;&#10;AI-generated content may be incorrect.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022" y="5910222"/>
            <a:ext cx="850588" cy="6141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/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6" name="Oval 15"/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 16"/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 17"/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18"/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/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/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2" name="Freeform 21"/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2/1/2026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/>
          <p:cNvCxnSpPr/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close up of a logo&#10;&#10;AI-generated content may be incorrect.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022" y="5910222"/>
            <a:ext cx="850588" cy="6141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2" name="Picture 1" descr="A close up of a logo&#10;&#10;AI-generated content may be incorrect.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022" y="5910222"/>
            <a:ext cx="850588" cy="6141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8" name="Freeform 17"/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18"/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/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/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/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3" name="Freeform 22"/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5151" y="764973"/>
            <a:ext cx="3609982" cy="1395043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4832" y="770890"/>
            <a:ext cx="6112517" cy="480057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5150" y="2160016"/>
            <a:ext cx="3609983" cy="37089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7" name="Oval 16"/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 17"/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18"/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/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/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/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22"/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5150" y="770889"/>
            <a:ext cx="3609983" cy="1389127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223838" y="890816"/>
            <a:ext cx="6060136" cy="4870411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5150" y="2160016"/>
            <a:ext cx="3609983" cy="360121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/>
          <p:cNvGrpSpPr/>
          <p:nvPr/>
        </p:nvGrpSpPr>
        <p:grpSpPr>
          <a:xfrm>
            <a:off x="8928528" y="0"/>
            <a:ext cx="3263472" cy="6858000"/>
            <a:chOff x="8928528" y="0"/>
            <a:chExt cx="3263472" cy="6858000"/>
          </a:xfrm>
        </p:grpSpPr>
        <p:sp>
          <p:nvSpPr>
            <p:cNvPr id="23" name="Oval 22"/>
            <p:cNvSpPr/>
            <p:nvPr/>
          </p:nvSpPr>
          <p:spPr>
            <a:xfrm>
              <a:off x="8928528" y="4918120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 23"/>
            <p:cNvSpPr/>
            <p:nvPr/>
          </p:nvSpPr>
          <p:spPr>
            <a:xfrm>
              <a:off x="8928528" y="0"/>
              <a:ext cx="1130724" cy="565573"/>
            </a:xfrm>
            <a:custGeom>
              <a:avLst/>
              <a:gdLst>
                <a:gd name="connsiteX0" fmla="*/ 22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2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" name="Freeform 24"/>
            <p:cNvSpPr/>
            <p:nvPr/>
          </p:nvSpPr>
          <p:spPr>
            <a:xfrm>
              <a:off x="10291391" y="6292417"/>
              <a:ext cx="1130724" cy="565583"/>
            </a:xfrm>
            <a:custGeom>
              <a:avLst/>
              <a:gdLst>
                <a:gd name="connsiteX0" fmla="*/ 565362 w 1130724"/>
                <a:gd name="connsiteY0" fmla="*/ 0 h 565583"/>
                <a:gd name="connsiteX1" fmla="*/ 1130724 w 1130724"/>
                <a:gd name="connsiteY1" fmla="*/ 565362 h 565583"/>
                <a:gd name="connsiteX2" fmla="*/ 1130702 w 1130724"/>
                <a:gd name="connsiteY2" fmla="*/ 565583 h 565583"/>
                <a:gd name="connsiteX3" fmla="*/ 22 w 1130724"/>
                <a:gd name="connsiteY3" fmla="*/ 565583 h 565583"/>
                <a:gd name="connsiteX4" fmla="*/ 0 w 1130724"/>
                <a:gd name="connsiteY4" fmla="*/ 565362 h 565583"/>
                <a:gd name="connsiteX5" fmla="*/ 565362 w 1130724"/>
                <a:gd name="connsiteY5" fmla="*/ 0 h 56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83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2" y="565583"/>
                  </a:lnTo>
                  <a:lnTo>
                    <a:pt x="22" y="565583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Oval 25"/>
            <p:cNvSpPr/>
            <p:nvPr/>
          </p:nvSpPr>
          <p:spPr>
            <a:xfrm>
              <a:off x="10291392" y="3549390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/>
            <p:cNvSpPr/>
            <p:nvPr/>
          </p:nvSpPr>
          <p:spPr>
            <a:xfrm>
              <a:off x="10291392" y="2177876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/>
            <p:cNvSpPr/>
            <p:nvPr/>
          </p:nvSpPr>
          <p:spPr>
            <a:xfrm>
              <a:off x="10291392" y="806363"/>
              <a:ext cx="1130724" cy="113072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 28"/>
            <p:cNvSpPr/>
            <p:nvPr/>
          </p:nvSpPr>
          <p:spPr>
            <a:xfrm>
              <a:off x="10291392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" name="Freeform 29"/>
            <p:cNvSpPr/>
            <p:nvPr/>
          </p:nvSpPr>
          <p:spPr>
            <a:xfrm>
              <a:off x="11654256" y="6295201"/>
              <a:ext cx="537744" cy="562799"/>
            </a:xfrm>
            <a:custGeom>
              <a:avLst/>
              <a:gdLst>
                <a:gd name="connsiteX0" fmla="*/ 537744 w 537744"/>
                <a:gd name="connsiteY0" fmla="*/ 0 h 562799"/>
                <a:gd name="connsiteX1" fmla="*/ 537744 w 537744"/>
                <a:gd name="connsiteY1" fmla="*/ 562799 h 562799"/>
                <a:gd name="connsiteX2" fmla="*/ 22 w 537744"/>
                <a:gd name="connsiteY2" fmla="*/ 562799 h 562799"/>
                <a:gd name="connsiteX3" fmla="*/ 0 w 537744"/>
                <a:gd name="connsiteY3" fmla="*/ 562578 h 562799"/>
                <a:gd name="connsiteX4" fmla="*/ 451422 w 537744"/>
                <a:gd name="connsiteY4" fmla="*/ 8702 h 562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99">
                  <a:moveTo>
                    <a:pt x="537744" y="0"/>
                  </a:moveTo>
                  <a:lnTo>
                    <a:pt x="537744" y="562799"/>
                  </a:lnTo>
                  <a:lnTo>
                    <a:pt x="22" y="562799"/>
                  </a:lnTo>
                  <a:lnTo>
                    <a:pt x="0" y="562578"/>
                  </a:ln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Freeform 30"/>
            <p:cNvSpPr/>
            <p:nvPr/>
          </p:nvSpPr>
          <p:spPr>
            <a:xfrm>
              <a:off x="11654256" y="4923687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Freeform 31"/>
            <p:cNvSpPr/>
            <p:nvPr/>
          </p:nvSpPr>
          <p:spPr>
            <a:xfrm>
              <a:off x="11654256" y="3552173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3" name="Freeform 32"/>
            <p:cNvSpPr/>
            <p:nvPr/>
          </p:nvSpPr>
          <p:spPr>
            <a:xfrm>
              <a:off x="11654256" y="2180659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4" name="Freeform 33"/>
            <p:cNvSpPr/>
            <p:nvPr/>
          </p:nvSpPr>
          <p:spPr>
            <a:xfrm>
              <a:off x="11654256" y="809146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5" name="Freeform 34"/>
            <p:cNvSpPr/>
            <p:nvPr/>
          </p:nvSpPr>
          <p:spPr>
            <a:xfrm>
              <a:off x="11654256" y="0"/>
              <a:ext cx="537744" cy="562788"/>
            </a:xfrm>
            <a:custGeom>
              <a:avLst/>
              <a:gdLst>
                <a:gd name="connsiteX0" fmla="*/ 21 w 537744"/>
                <a:gd name="connsiteY0" fmla="*/ 0 h 562788"/>
                <a:gd name="connsiteX1" fmla="*/ 537744 w 537744"/>
                <a:gd name="connsiteY1" fmla="*/ 0 h 562788"/>
                <a:gd name="connsiteX2" fmla="*/ 537744 w 537744"/>
                <a:gd name="connsiteY2" fmla="*/ 562788 h 562788"/>
                <a:gd name="connsiteX3" fmla="*/ 451422 w 537744"/>
                <a:gd name="connsiteY3" fmla="*/ 554086 h 562788"/>
                <a:gd name="connsiteX4" fmla="*/ 0 w 537744"/>
                <a:gd name="connsiteY4" fmla="*/ 211 h 56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88">
                  <a:moveTo>
                    <a:pt x="21" y="0"/>
                  </a:moveTo>
                  <a:lnTo>
                    <a:pt x="537744" y="0"/>
                  </a:lnTo>
                  <a:lnTo>
                    <a:pt x="537744" y="562788"/>
                  </a:lnTo>
                  <a:lnTo>
                    <a:pt x="451422" y="554086"/>
                  </a:lnTo>
                  <a:cubicBezTo>
                    <a:pt x="193796" y="501368"/>
                    <a:pt x="0" y="273421"/>
                    <a:pt x="0" y="2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86480" y="6141085"/>
            <a:ext cx="813816" cy="365125"/>
          </a:xfrm>
        </p:spPr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565150" y="6087110"/>
            <a:ext cx="7335146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/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7" name="Freeform 16"/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 17"/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18"/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/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/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/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50095" y="976630"/>
            <a:ext cx="2268507" cy="47845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65150" y="976630"/>
            <a:ext cx="8264057" cy="478459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65150" y="770890"/>
            <a:ext cx="7335835" cy="126898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5150" y="2160016"/>
            <a:ext cx="7335835" cy="36012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6928" y="457200"/>
            <a:ext cx="36082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b="0" i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A5B0A250-5CC0-1746-B209-08E8B0DAE6AF}" type="datetimeFigureOut">
              <a:rPr lang="en-US" smtClean="0"/>
              <a:t>2/1/2026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5150" y="6141085"/>
            <a:ext cx="36082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b="0" i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09678" y="6141085"/>
            <a:ext cx="8138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 i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49ABCAEC-7D34-E549-A96E-FCEDAADBE4B0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i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FC1A636-E70D-E210-F2FB-993CA5152805}"/>
              </a:ext>
            </a:extLst>
          </p:cNvPr>
          <p:cNvSpPr txBox="1"/>
          <p:nvPr/>
        </p:nvSpPr>
        <p:spPr>
          <a:xfrm>
            <a:off x="715818" y="1373908"/>
            <a:ext cx="10783454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4400" b="1" dirty="0">
                <a:solidFill>
                  <a:schemeClr val="accent3">
                    <a:lumMod val="76000"/>
                  </a:schemeClr>
                </a:solidFill>
                <a:latin typeface="Times New Roman"/>
                <a:ea typeface="+mn-lt"/>
                <a:cs typeface="+mn-lt"/>
              </a:rPr>
              <a:t>Git &amp; GitHub for Data Science</a:t>
            </a:r>
            <a:endParaRPr lang="en-US" b="1">
              <a:solidFill>
                <a:schemeClr val="accent3">
                  <a:lumMod val="76000"/>
                </a:schemeClr>
              </a:solidFill>
              <a:latin typeface="Times New Roman"/>
              <a:cs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E2B3819-4614-B9CE-1BC0-103FC835317D}"/>
              </a:ext>
            </a:extLst>
          </p:cNvPr>
          <p:cNvSpPr txBox="1"/>
          <p:nvPr/>
        </p:nvSpPr>
        <p:spPr>
          <a:xfrm>
            <a:off x="1985818" y="2782454"/>
            <a:ext cx="8786090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endParaRPr lang="en-GB" sz="3600" dirty="0">
              <a:latin typeface="Times New Roman"/>
              <a:ea typeface="+mn-lt"/>
              <a:cs typeface="+mn-lt"/>
            </a:endParaRPr>
          </a:p>
          <a:p>
            <a:pPr algn="ctr"/>
            <a:r>
              <a:rPr lang="en-GB" sz="3600" b="1" dirty="0">
                <a:solidFill>
                  <a:schemeClr val="accent3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Target outcome:</a:t>
            </a:r>
            <a:br>
              <a:rPr lang="en-GB" sz="3600" dirty="0">
                <a:solidFill>
                  <a:schemeClr val="accent3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</a:br>
            <a:r>
              <a:rPr lang="en-GB" sz="3600" dirty="0">
                <a:solidFill>
                  <a:schemeClr val="accent3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 Participants stop zipping files and start working like professionals.</a:t>
            </a:r>
            <a:endParaRPr lang="en-US" sz="3600">
              <a:solidFill>
                <a:schemeClr val="accent3">
                  <a:lumMod val="49000"/>
                </a:schemeClr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3234" y="1715257"/>
            <a:ext cx="8880534" cy="3903734"/>
          </a:xfrm>
        </p:spPr>
        <p:txBody>
          <a:bodyPr>
            <a:noAutofit/>
          </a:bodyPr>
          <a:lstStyle/>
          <a:p>
            <a:pPr marL="457200" indent="-457200">
              <a:buFont typeface="Arial"/>
              <a:buChar char="•"/>
            </a:pPr>
            <a:endParaRPr lang="en-US" sz="3200" b="0" dirty="0">
              <a:solidFill>
                <a:srgbClr val="03807F"/>
              </a:solidFill>
            </a:endParaRPr>
          </a:p>
          <a:p>
            <a:pPr marL="571500" indent="-571500">
              <a:buFont typeface="Arial"/>
              <a:buChar char="•"/>
            </a:pPr>
            <a:endParaRPr lang="en-US" dirty="0">
              <a:solidFill>
                <a:srgbClr val="03807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DAD1F7-BB38-C95D-7ECE-AAB912129DEF}"/>
              </a:ext>
            </a:extLst>
          </p:cNvPr>
          <p:cNvSpPr txBox="1"/>
          <p:nvPr/>
        </p:nvSpPr>
        <p:spPr>
          <a:xfrm>
            <a:off x="631658" y="600363"/>
            <a:ext cx="9284063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b="1" dirty="0">
                <a:solidFill>
                  <a:srgbClr val="03807F"/>
                </a:solidFill>
                <a:latin typeface="Times New Roman"/>
                <a:ea typeface="+mn-lt"/>
                <a:cs typeface="+mn-lt"/>
              </a:rPr>
              <a:t>Why Version Control Matters</a:t>
            </a:r>
            <a:endParaRPr lang="en-US" sz="2800" b="1">
              <a:latin typeface="Times New Roman"/>
              <a:cs typeface="Times New Roma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6FD9B8-82F3-3021-C31F-6B268285D27A}"/>
              </a:ext>
            </a:extLst>
          </p:cNvPr>
          <p:cNvSpPr txBox="1"/>
          <p:nvPr/>
        </p:nvSpPr>
        <p:spPr>
          <a:xfrm>
            <a:off x="783771" y="1724240"/>
            <a:ext cx="11029806" cy="37856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>
                <a:highlight>
                  <a:srgbClr val="FFFFFF"/>
                </a:highlight>
                <a:latin typeface="Times New Roman"/>
                <a:ea typeface="+mn-lt"/>
                <a:cs typeface="+mn-lt"/>
              </a:rPr>
              <a:t>Key messages</a:t>
            </a:r>
          </a:p>
          <a:p>
            <a:pPr marL="342900" indent="-342900">
              <a:buFont typeface="Arial"/>
              <a:buChar char="•"/>
            </a:pPr>
            <a:r>
              <a:rPr lang="en-US" sz="2400" dirty="0">
                <a:highlight>
                  <a:srgbClr val="FFFFFF"/>
                </a:highlight>
                <a:latin typeface="Times New Roman"/>
                <a:ea typeface="+mn-lt"/>
                <a:cs typeface="+mn-lt"/>
              </a:rPr>
              <a:t>Git is a time machine</a:t>
            </a:r>
            <a:endParaRPr lang="en-US" sz="2400" b="1" dirty="0">
              <a:highlight>
                <a:srgbClr val="FFFFFF"/>
              </a:highlight>
              <a:latin typeface="Times New Roman"/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r>
              <a:rPr lang="en-US" sz="2400" dirty="0">
                <a:highlight>
                  <a:srgbClr val="FFFFFF"/>
                </a:highlight>
                <a:latin typeface="Times New Roman"/>
                <a:ea typeface="+mn-lt"/>
                <a:cs typeface="+mn-lt"/>
              </a:rPr>
              <a:t>Git is a collaboration contract</a:t>
            </a:r>
          </a:p>
          <a:p>
            <a:pPr marL="342900" indent="-342900">
              <a:buFont typeface="Arial"/>
              <a:buChar char="•"/>
            </a:pPr>
            <a:r>
              <a:rPr lang="en-US" sz="2400" dirty="0">
                <a:highlight>
                  <a:srgbClr val="FFFFFF"/>
                </a:highlight>
                <a:latin typeface="Times New Roman"/>
                <a:ea typeface="+mn-lt"/>
                <a:cs typeface="+mn-lt"/>
              </a:rPr>
              <a:t>Git protects you from yourself</a:t>
            </a:r>
            <a:endParaRPr lang="en-US" sz="2400" b="1" dirty="0">
              <a:highlight>
                <a:srgbClr val="FFFFFF"/>
              </a:highlight>
              <a:latin typeface="Times New Roman"/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2400" b="1" dirty="0">
                <a:highlight>
                  <a:srgbClr val="FFFFFF"/>
                </a:highlight>
                <a:latin typeface="Times New Roman"/>
                <a:ea typeface="+mn-lt"/>
                <a:cs typeface="+mn-lt"/>
              </a:rPr>
              <a:t>The "Final_v2_REALLY_FINAL.ipynb" Problem:</a:t>
            </a:r>
            <a:r>
              <a:rPr lang="en-US" sz="2400" dirty="0">
                <a:highlight>
                  <a:srgbClr val="FFFFFF"/>
                </a:highlight>
                <a:latin typeface="Times New Roman"/>
                <a:ea typeface="+mn-lt"/>
                <a:cs typeface="+mn-lt"/>
              </a:rPr>
              <a:t> Avoid the mess of multiple file versions.</a:t>
            </a:r>
            <a:endParaRPr lang="en-US" sz="2400">
              <a:latin typeface="Times New Roman"/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2400" b="1" dirty="0">
                <a:highlight>
                  <a:srgbClr val="FFFFFF"/>
                </a:highlight>
                <a:latin typeface="Times New Roman"/>
                <a:ea typeface="+mn-lt"/>
                <a:cs typeface="+mn-lt"/>
              </a:rPr>
              <a:t>Experimentation:</a:t>
            </a:r>
            <a:r>
              <a:rPr lang="en-US" sz="2400" dirty="0">
                <a:highlight>
                  <a:srgbClr val="FFFFFF"/>
                </a:highlight>
                <a:latin typeface="Times New Roman"/>
                <a:ea typeface="+mn-lt"/>
                <a:cs typeface="+mn-lt"/>
              </a:rPr>
              <a:t> Test new features or hyperparameters without breaking your working model.</a:t>
            </a:r>
            <a:endParaRPr lang="en-US" sz="240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2400" b="1" dirty="0">
                <a:highlight>
                  <a:srgbClr val="FFFFFF"/>
                </a:highlight>
                <a:latin typeface="Times New Roman"/>
                <a:ea typeface="+mn-lt"/>
                <a:cs typeface="+mn-lt"/>
              </a:rPr>
              <a:t>Collaboration:</a:t>
            </a:r>
            <a:r>
              <a:rPr lang="en-US" sz="2400" dirty="0">
                <a:highlight>
                  <a:srgbClr val="FFFFFF"/>
                </a:highlight>
                <a:latin typeface="Times New Roman"/>
                <a:ea typeface="+mn-lt"/>
                <a:cs typeface="+mn-lt"/>
              </a:rPr>
              <a:t> Multiple scientists can work on the same codebase simultaneously.</a:t>
            </a:r>
            <a:endParaRPr lang="en-US" sz="2400">
              <a:latin typeface="Times New Roman"/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2400" b="1" dirty="0">
                <a:highlight>
                  <a:srgbClr val="FFFFFF"/>
                </a:highlight>
                <a:latin typeface="Times New Roman"/>
                <a:ea typeface="+mn-lt"/>
                <a:cs typeface="+mn-lt"/>
              </a:rPr>
              <a:t>Accountability:</a:t>
            </a:r>
            <a:r>
              <a:rPr lang="en-US" sz="2400" dirty="0">
                <a:highlight>
                  <a:srgbClr val="FFFFFF"/>
                </a:highlight>
                <a:latin typeface="Times New Roman"/>
                <a:ea typeface="+mn-lt"/>
                <a:cs typeface="+mn-lt"/>
              </a:rPr>
              <a:t> Track exactly who changed which line of code and why.</a:t>
            </a:r>
            <a:endParaRPr lang="en-US" sz="2400">
              <a:latin typeface="Times New Roman"/>
              <a:ea typeface="+mn-lt"/>
              <a:cs typeface="+mn-l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BF8E92-15A3-F6F9-4E37-DA8B3E5186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64A74-B27B-1DB5-D4EE-E2B6D39F5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3234" y="1715257"/>
            <a:ext cx="8880534" cy="3903734"/>
          </a:xfrm>
        </p:spPr>
        <p:txBody>
          <a:bodyPr>
            <a:noAutofit/>
          </a:bodyPr>
          <a:lstStyle/>
          <a:p>
            <a:pPr marL="457200" indent="-457200">
              <a:buFont typeface="Arial"/>
              <a:buChar char="•"/>
            </a:pPr>
            <a:endParaRPr lang="en-US" sz="3200" b="0" dirty="0">
              <a:solidFill>
                <a:srgbClr val="03807F"/>
              </a:solidFill>
            </a:endParaRPr>
          </a:p>
          <a:p>
            <a:pPr marL="571500" indent="-571500">
              <a:buFont typeface="Arial"/>
              <a:buChar char="•"/>
            </a:pPr>
            <a:endParaRPr lang="en-US" dirty="0">
              <a:solidFill>
                <a:srgbClr val="03807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12020B-B16B-503A-3FCF-44BFBD11530F}"/>
              </a:ext>
            </a:extLst>
          </p:cNvPr>
          <p:cNvSpPr txBox="1"/>
          <p:nvPr/>
        </p:nvSpPr>
        <p:spPr>
          <a:xfrm>
            <a:off x="631658" y="600363"/>
            <a:ext cx="9284063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b="1" dirty="0">
                <a:solidFill>
                  <a:srgbClr val="03807F"/>
                </a:solidFill>
                <a:latin typeface="Times New Roman"/>
                <a:ea typeface="+mn-lt"/>
                <a:cs typeface="+mn-lt"/>
              </a:rPr>
              <a:t>Git Basics (The Local Workflow)</a:t>
            </a:r>
            <a:endParaRPr lang="en-US" sz="2800" b="1">
              <a:latin typeface="Times New Roman"/>
              <a:cs typeface="Times New Roma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2DB3CF-0B11-990E-BE46-3AA230D859A1}"/>
              </a:ext>
            </a:extLst>
          </p:cNvPr>
          <p:cNvSpPr txBox="1"/>
          <p:nvPr/>
        </p:nvSpPr>
        <p:spPr>
          <a:xfrm>
            <a:off x="793750" y="1570181"/>
            <a:ext cx="10678583" cy="403187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GB" sz="3200" b="1" i="1" dirty="0">
                <a:latin typeface="Times New Roman"/>
                <a:cs typeface="Times New Roman"/>
              </a:rPr>
              <a:t>git </a:t>
            </a:r>
            <a:r>
              <a:rPr lang="en-GB" sz="3200" b="1" i="1" err="1">
                <a:latin typeface="Times New Roman"/>
                <a:cs typeface="Times New Roman"/>
              </a:rPr>
              <a:t>init</a:t>
            </a:r>
            <a:r>
              <a:rPr lang="en-GB" sz="3200" b="1" i="1" dirty="0">
                <a:latin typeface="Times New Roman"/>
                <a:ea typeface="+mn-lt"/>
                <a:cs typeface="+mn-lt"/>
              </a:rPr>
              <a:t>:</a:t>
            </a:r>
            <a:r>
              <a:rPr lang="en-GB" sz="3200" dirty="0">
                <a:latin typeface="Times New Roman"/>
                <a:ea typeface="+mn-lt"/>
                <a:cs typeface="+mn-lt"/>
              </a:rPr>
              <a:t> Initializes a new Git repository in your folder.</a:t>
            </a:r>
            <a:endParaRPr lang="en-US" sz="320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GB" sz="3200" b="1" i="1" dirty="0">
                <a:latin typeface="Times New Roman"/>
                <a:cs typeface="Times New Roman"/>
              </a:rPr>
              <a:t>git status</a:t>
            </a:r>
            <a:r>
              <a:rPr lang="en-GB" sz="3200" b="1" i="1" dirty="0">
                <a:latin typeface="Times New Roman"/>
                <a:ea typeface="+mn-lt"/>
                <a:cs typeface="+mn-lt"/>
              </a:rPr>
              <a:t>:</a:t>
            </a:r>
            <a:r>
              <a:rPr lang="en-GB" sz="3200" dirty="0">
                <a:latin typeface="Times New Roman"/>
                <a:ea typeface="+mn-lt"/>
                <a:cs typeface="+mn-lt"/>
              </a:rPr>
              <a:t> Your "What’s going on?" command. Shows untracked/modified files.</a:t>
            </a:r>
            <a:endParaRPr lang="en-GB" sz="3200" dirty="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GB" sz="3200" b="1" i="1" dirty="0">
                <a:latin typeface="Times New Roman"/>
                <a:cs typeface="Times New Roman"/>
              </a:rPr>
              <a:t>git add &lt;file&gt;</a:t>
            </a:r>
            <a:r>
              <a:rPr lang="en-GB" sz="3200" b="1" i="1" dirty="0">
                <a:latin typeface="Times New Roman"/>
                <a:ea typeface="+mn-lt"/>
                <a:cs typeface="+mn-lt"/>
              </a:rPr>
              <a:t>:</a:t>
            </a:r>
            <a:r>
              <a:rPr lang="en-GB" sz="3200" dirty="0">
                <a:latin typeface="Times New Roman"/>
                <a:ea typeface="+mn-lt"/>
                <a:cs typeface="+mn-lt"/>
              </a:rPr>
              <a:t> Moves changes to the </a:t>
            </a:r>
            <a:r>
              <a:rPr lang="en-GB" sz="3200" b="1" dirty="0">
                <a:latin typeface="Times New Roman"/>
                <a:ea typeface="+mn-lt"/>
                <a:cs typeface="+mn-lt"/>
              </a:rPr>
              <a:t>Staging Area</a:t>
            </a:r>
            <a:r>
              <a:rPr lang="en-GB" sz="3200" dirty="0">
                <a:latin typeface="Times New Roman"/>
                <a:ea typeface="+mn-lt"/>
                <a:cs typeface="+mn-lt"/>
              </a:rPr>
              <a:t> (the "loading dock").</a:t>
            </a:r>
            <a:endParaRPr lang="en-GB" sz="3200" dirty="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GB" sz="3200" b="1" i="1" dirty="0">
                <a:latin typeface="Times New Roman"/>
                <a:cs typeface="Times New Roman"/>
              </a:rPr>
              <a:t>git commit -m "message"</a:t>
            </a:r>
            <a:r>
              <a:rPr lang="en-GB" sz="3200" b="1" i="1" dirty="0">
                <a:latin typeface="Times New Roman"/>
                <a:ea typeface="+mn-lt"/>
                <a:cs typeface="+mn-lt"/>
              </a:rPr>
              <a:t>:</a:t>
            </a:r>
            <a:r>
              <a:rPr lang="en-GB" sz="3200" dirty="0">
                <a:latin typeface="Times New Roman"/>
                <a:ea typeface="+mn-lt"/>
                <a:cs typeface="+mn-lt"/>
              </a:rPr>
              <a:t> Records a snapshot of your staged changes.</a:t>
            </a:r>
            <a:endParaRPr lang="en-GB" sz="3200" dirty="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GB" sz="3200" b="1" dirty="0">
                <a:latin typeface="Times New Roman"/>
                <a:cs typeface="Times New Roman"/>
              </a:rPr>
              <a:t>git log</a:t>
            </a:r>
            <a:r>
              <a:rPr lang="en-GB" sz="3200" b="1" dirty="0">
                <a:latin typeface="Times New Roman"/>
                <a:ea typeface="+mn-lt"/>
                <a:cs typeface="+mn-lt"/>
              </a:rPr>
              <a:t>:</a:t>
            </a:r>
            <a:r>
              <a:rPr lang="en-GB" sz="3200" dirty="0">
                <a:latin typeface="Times New Roman"/>
                <a:ea typeface="+mn-lt"/>
                <a:cs typeface="+mn-lt"/>
              </a:rPr>
              <a:t> Shows the history of your commits.</a:t>
            </a:r>
            <a:endParaRPr lang="en-GB" sz="32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67340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B23177-6E79-9DDD-7DAC-FF3CEBD66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67FBB-5B51-1FEB-2824-DD5E41F4AD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3234" y="1715257"/>
            <a:ext cx="8880534" cy="3903734"/>
          </a:xfrm>
        </p:spPr>
        <p:txBody>
          <a:bodyPr>
            <a:noAutofit/>
          </a:bodyPr>
          <a:lstStyle/>
          <a:p>
            <a:pPr marL="457200" indent="-457200">
              <a:buFont typeface="Arial"/>
              <a:buChar char="•"/>
            </a:pPr>
            <a:endParaRPr lang="en-US" sz="3200" b="0" dirty="0">
              <a:solidFill>
                <a:srgbClr val="03807F"/>
              </a:solidFill>
            </a:endParaRPr>
          </a:p>
          <a:p>
            <a:pPr marL="571500" indent="-571500">
              <a:buFont typeface="Arial"/>
              <a:buChar char="•"/>
            </a:pPr>
            <a:endParaRPr lang="en-US" dirty="0">
              <a:solidFill>
                <a:srgbClr val="03807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0B4ED2-C158-4234-8FAA-211AA047B098}"/>
              </a:ext>
            </a:extLst>
          </p:cNvPr>
          <p:cNvSpPr txBox="1"/>
          <p:nvPr/>
        </p:nvSpPr>
        <p:spPr>
          <a:xfrm>
            <a:off x="1" y="299573"/>
            <a:ext cx="1027666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000" b="1" dirty="0">
                <a:solidFill>
                  <a:schemeClr val="accent3">
                    <a:lumMod val="76000"/>
                  </a:schemeClr>
                </a:solidFill>
                <a:highlight>
                  <a:srgbClr val="FFFFFF"/>
                </a:highlight>
                <a:latin typeface="Times New Roman"/>
                <a:ea typeface="+mn-lt"/>
                <a:cs typeface="+mn-lt"/>
              </a:rPr>
              <a:t>GitHub &amp; The Cloud</a:t>
            </a:r>
            <a:endParaRPr lang="en-US" sz="4000" b="1">
              <a:solidFill>
                <a:schemeClr val="accent3">
                  <a:lumMod val="76000"/>
                </a:schemeClr>
              </a:solidFill>
              <a:latin typeface="Times New Roman"/>
              <a:cs typeface="Times New Roma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C9C1FC-64E3-F489-ADF7-CD0AB08644BD}"/>
              </a:ext>
            </a:extLst>
          </p:cNvPr>
          <p:cNvSpPr txBox="1"/>
          <p:nvPr/>
        </p:nvSpPr>
        <p:spPr>
          <a:xfrm>
            <a:off x="681181" y="2055090"/>
            <a:ext cx="10579484" cy="35394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GB" sz="2800" b="1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Remote vs. Local:</a:t>
            </a:r>
            <a:r>
              <a:rPr lang="en-GB" sz="2800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Your PC has the files; GitHub hosts the backup and collaboration hub.</a:t>
            </a:r>
            <a:endParaRPr lang="en-US" sz="280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GB" sz="2800" dirty="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Creating repositories</a:t>
            </a:r>
            <a:endParaRPr lang="en-GB" sz="2800" dirty="0">
              <a:solidFill>
                <a:srgbClr val="000000"/>
              </a:solidFill>
              <a:latin typeface="Times New Roman"/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GB" sz="2800" b="1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The "Link":</a:t>
            </a:r>
            <a:r>
              <a:rPr lang="en-GB" sz="2800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Connect your local repo to GitHub using </a:t>
            </a:r>
            <a:r>
              <a:rPr lang="en-GB" sz="2800" dirty="0">
                <a:solidFill>
                  <a:srgbClr val="000000"/>
                </a:solidFill>
                <a:latin typeface="Times New Roman"/>
                <a:cs typeface="Times New Roman"/>
              </a:rPr>
              <a:t>git remote add origin &lt;</a:t>
            </a:r>
            <a:r>
              <a:rPr lang="en-GB" sz="2800" dirty="0" err="1">
                <a:solidFill>
                  <a:srgbClr val="000000"/>
                </a:solidFill>
                <a:latin typeface="Times New Roman"/>
                <a:cs typeface="Times New Roman"/>
              </a:rPr>
              <a:t>url</a:t>
            </a:r>
            <a:r>
              <a:rPr lang="en-GB" sz="2800" dirty="0">
                <a:solidFill>
                  <a:srgbClr val="000000"/>
                </a:solidFill>
                <a:latin typeface="Times New Roman"/>
                <a:cs typeface="Times New Roman"/>
              </a:rPr>
              <a:t>&gt;</a:t>
            </a:r>
            <a:r>
              <a:rPr lang="en-GB" sz="2800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.</a:t>
            </a:r>
            <a:endParaRPr lang="en-GB" sz="2800" dirty="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GB" sz="2800" b="1" i="1" dirty="0">
                <a:solidFill>
                  <a:srgbClr val="000000"/>
                </a:solidFill>
                <a:latin typeface="Times New Roman"/>
                <a:cs typeface="Times New Roman"/>
              </a:rPr>
              <a:t>git push</a:t>
            </a:r>
            <a:r>
              <a:rPr lang="en-GB" sz="2800" b="1" i="1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:</a:t>
            </a:r>
            <a:r>
              <a:rPr lang="en-GB" sz="2800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Sends your local commits to the cloud.</a:t>
            </a:r>
          </a:p>
          <a:p>
            <a:pPr marL="285750" indent="-285750">
              <a:buFont typeface="Arial"/>
              <a:buChar char="•"/>
            </a:pPr>
            <a:r>
              <a:rPr lang="en-GB" sz="2800" b="1" i="1" dirty="0">
                <a:solidFill>
                  <a:srgbClr val="000000"/>
                </a:solidFill>
                <a:latin typeface="Times New Roman"/>
                <a:cs typeface="Times New Roman"/>
              </a:rPr>
              <a:t>git pull</a:t>
            </a:r>
            <a:r>
              <a:rPr lang="en-GB" sz="2800" b="1" i="1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: </a:t>
            </a:r>
            <a:r>
              <a:rPr lang="en-GB" sz="2800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Grabs the latest changes from the cloud to your local machine.</a:t>
            </a:r>
          </a:p>
        </p:txBody>
      </p:sp>
    </p:spTree>
    <p:extLst>
      <p:ext uri="{BB962C8B-B14F-4D97-AF65-F5344CB8AC3E}">
        <p14:creationId xmlns:p14="http://schemas.microsoft.com/office/powerpoint/2010/main" val="27682357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/>
          <p:nvPr/>
        </p:nvSpPr>
        <p:spPr>
          <a:xfrm>
            <a:off x="1096092" y="1474086"/>
            <a:ext cx="8420049" cy="39160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itle 1"/>
          <p:cNvSpPr txBox="1"/>
          <p:nvPr/>
        </p:nvSpPr>
        <p:spPr>
          <a:xfrm>
            <a:off x="1096092" y="1928724"/>
            <a:ext cx="6888960" cy="334559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endParaRPr lang="en-GB" sz="1600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27D56F-6A20-5C99-E8DE-9713F5C3E7A4}"/>
              </a:ext>
            </a:extLst>
          </p:cNvPr>
          <p:cNvSpPr txBox="1"/>
          <p:nvPr/>
        </p:nvSpPr>
        <p:spPr>
          <a:xfrm>
            <a:off x="168290" y="151852"/>
            <a:ext cx="1022614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4000" b="1" dirty="0">
                <a:solidFill>
                  <a:schemeClr val="accent3">
                    <a:lumMod val="76000"/>
                  </a:schemeClr>
                </a:solidFill>
                <a:latin typeface="Times New Roman"/>
                <a:ea typeface="+mn-lt"/>
                <a:cs typeface="+mn-lt"/>
              </a:rPr>
              <a:t>Branching &amp; Merging</a:t>
            </a:r>
            <a:endParaRPr lang="en-US" b="1">
              <a:solidFill>
                <a:schemeClr val="accent3">
                  <a:lumMod val="76000"/>
                </a:schemeClr>
              </a:solidFill>
              <a:latin typeface="Times New Roman"/>
              <a:cs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1A728A4-1BED-24F4-D309-A8511A4D5D03}"/>
              </a:ext>
            </a:extLst>
          </p:cNvPr>
          <p:cNvSpPr txBox="1"/>
          <p:nvPr/>
        </p:nvSpPr>
        <p:spPr>
          <a:xfrm>
            <a:off x="773546" y="1334462"/>
            <a:ext cx="10499627" cy="393856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GB" sz="3600" b="1" dirty="0">
                <a:latin typeface="Times New Roman"/>
                <a:ea typeface="+mn-lt"/>
                <a:cs typeface="+mn-lt"/>
              </a:rPr>
              <a:t>The "Main" Branch:</a:t>
            </a:r>
            <a:r>
              <a:rPr lang="en-GB" sz="3600" dirty="0">
                <a:latin typeface="Times New Roman"/>
                <a:ea typeface="+mn-lt"/>
                <a:cs typeface="+mn-lt"/>
              </a:rPr>
              <a:t> Should always be your stable, production-ready code.</a:t>
            </a:r>
            <a:endParaRPr lang="en-US" sz="3600" dirty="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GB" sz="3600" b="1" dirty="0">
                <a:latin typeface="Times New Roman"/>
                <a:ea typeface="+mn-lt"/>
                <a:cs typeface="+mn-lt"/>
              </a:rPr>
              <a:t>Feature Branches:</a:t>
            </a:r>
            <a:r>
              <a:rPr lang="en-GB" sz="3600" dirty="0">
                <a:latin typeface="Times New Roman"/>
                <a:ea typeface="+mn-lt"/>
                <a:cs typeface="+mn-lt"/>
              </a:rPr>
              <a:t> Create a branch for a new experiment (e.g., </a:t>
            </a:r>
            <a:r>
              <a:rPr lang="en-GB" sz="3600" i="1" dirty="0">
                <a:latin typeface="Times New Roman"/>
                <a:cs typeface="Times New Roman"/>
              </a:rPr>
              <a:t>git checkout -b </a:t>
            </a:r>
            <a:r>
              <a:rPr lang="en-GB" sz="3600" i="1" err="1">
                <a:latin typeface="Times New Roman"/>
                <a:cs typeface="Times New Roman"/>
              </a:rPr>
              <a:t>xgboost</a:t>
            </a:r>
            <a:r>
              <a:rPr lang="en-GB" sz="3600" i="1" dirty="0">
                <a:latin typeface="Times New Roman"/>
                <a:cs typeface="Times New Roman"/>
              </a:rPr>
              <a:t>-tuning</a:t>
            </a:r>
            <a:r>
              <a:rPr lang="en-GB" sz="3600" dirty="0">
                <a:latin typeface="Times New Roman"/>
                <a:ea typeface="+mn-lt"/>
                <a:cs typeface="+mn-lt"/>
              </a:rPr>
              <a:t>).</a:t>
            </a:r>
            <a:endParaRPr lang="en-GB" sz="3600" dirty="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GB" sz="3600" b="1" dirty="0">
                <a:latin typeface="Times New Roman"/>
                <a:ea typeface="+mn-lt"/>
                <a:cs typeface="+mn-lt"/>
              </a:rPr>
              <a:t>Merging:</a:t>
            </a:r>
            <a:r>
              <a:rPr lang="en-GB" sz="3600" dirty="0">
                <a:latin typeface="Times New Roman"/>
                <a:ea typeface="+mn-lt"/>
                <a:cs typeface="+mn-lt"/>
              </a:rPr>
              <a:t> Once the experiment works, "merge" it back into the Main branch.</a:t>
            </a:r>
            <a:endParaRPr lang="en-GB" sz="3600" dirty="0">
              <a:latin typeface="Times New Roman"/>
              <a:cs typeface="Times New Roman"/>
            </a:endParaRPr>
          </a:p>
          <a:p>
            <a:pPr algn="l"/>
            <a:endParaRPr lang="en-GB" sz="36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178DA9-4A85-74EA-7780-58C5C112A9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CCA03B4A-ED8C-EEEE-C9BE-1EA050DB89BA}"/>
              </a:ext>
            </a:extLst>
          </p:cNvPr>
          <p:cNvSpPr txBox="1"/>
          <p:nvPr/>
        </p:nvSpPr>
        <p:spPr>
          <a:xfrm>
            <a:off x="1096092" y="1474086"/>
            <a:ext cx="8420049" cy="39160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527B40-5BC3-62B0-3743-ECEA138D473F}"/>
              </a:ext>
            </a:extLst>
          </p:cNvPr>
          <p:cNvSpPr txBox="1"/>
          <p:nvPr/>
        </p:nvSpPr>
        <p:spPr>
          <a:xfrm>
            <a:off x="168290" y="151852"/>
            <a:ext cx="1022614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4000" b="1" dirty="0">
                <a:solidFill>
                  <a:schemeClr val="accent3">
                    <a:lumMod val="76000"/>
                  </a:schemeClr>
                </a:solidFill>
                <a:latin typeface="Times New Roman"/>
                <a:ea typeface="+mn-lt"/>
                <a:cs typeface="+mn-lt"/>
              </a:rPr>
              <a:t>Documentation &amp; Best Practices</a:t>
            </a:r>
            <a:endParaRPr lang="en-US" sz="4000" b="1">
              <a:solidFill>
                <a:schemeClr val="accent3">
                  <a:lumMod val="76000"/>
                </a:schemeClr>
              </a:solidFill>
              <a:latin typeface="Times New Roman"/>
              <a:cs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529ED65-5D7A-8055-EA89-2CCEDC161799}"/>
              </a:ext>
            </a:extLst>
          </p:cNvPr>
          <p:cNvSpPr txBox="1"/>
          <p:nvPr/>
        </p:nvSpPr>
        <p:spPr>
          <a:xfrm>
            <a:off x="335781" y="1168015"/>
            <a:ext cx="11474255" cy="501675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GB" sz="3200" b="1" dirty="0">
                <a:latin typeface="Times New Roman"/>
                <a:ea typeface="+mn-lt"/>
                <a:cs typeface="+mn-lt"/>
              </a:rPr>
              <a:t>Effective Commits:</a:t>
            </a:r>
            <a:r>
              <a:rPr lang="en-GB" sz="3200" dirty="0">
                <a:latin typeface="Times New Roman"/>
                <a:ea typeface="+mn-lt"/>
                <a:cs typeface="+mn-lt"/>
              </a:rPr>
              <a:t> </a:t>
            </a:r>
            <a:endParaRPr lang="en-US" sz="3200">
              <a:latin typeface="Times New Roman"/>
              <a:ea typeface="+mn-lt"/>
              <a:cs typeface="Times New Roman"/>
            </a:endParaRPr>
          </a:p>
          <a:p>
            <a:pPr marL="742950" lvl="1" indent="-285750">
              <a:buFont typeface="Courier New"/>
              <a:buChar char="o"/>
            </a:pPr>
            <a:r>
              <a:rPr lang="en-GB" sz="3200" dirty="0">
                <a:latin typeface="Times New Roman"/>
                <a:ea typeface="+mn-lt"/>
                <a:cs typeface="+mn-lt"/>
              </a:rPr>
              <a:t>Use the imperative mood ("Add preprocessing script" instead of "I added some stuff").</a:t>
            </a:r>
            <a:endParaRPr lang="en-US" sz="3200">
              <a:latin typeface="Times New Roman"/>
              <a:cs typeface="Times New Roman"/>
            </a:endParaRPr>
          </a:p>
          <a:p>
            <a:pPr marL="742950" lvl="1" indent="-285750">
              <a:buFont typeface="Courier New"/>
              <a:buChar char="o"/>
            </a:pPr>
            <a:r>
              <a:rPr lang="en-GB" sz="3200" dirty="0">
                <a:latin typeface="Times New Roman"/>
                <a:ea typeface="+mn-lt"/>
                <a:cs typeface="+mn-lt"/>
              </a:rPr>
              <a:t>Bad habit: Edit five things. Commit once</a:t>
            </a:r>
            <a:endParaRPr lang="en-GB" sz="3200" dirty="0">
              <a:latin typeface="Times New Roman"/>
              <a:cs typeface="Times New Roman"/>
            </a:endParaRPr>
          </a:p>
          <a:p>
            <a:pPr marL="742950" lvl="1" indent="-285750">
              <a:buFont typeface="Courier New"/>
              <a:buChar char="o"/>
            </a:pPr>
            <a:r>
              <a:rPr lang="en-GB" sz="3200" dirty="0">
                <a:latin typeface="Times New Roman"/>
                <a:ea typeface="+mn-lt"/>
                <a:cs typeface="+mn-lt"/>
              </a:rPr>
              <a:t>Good habit: Make one meaningful change. Commit it</a:t>
            </a:r>
          </a:p>
          <a:p>
            <a:pPr marL="285750" indent="-285750">
              <a:buFont typeface="Arial"/>
              <a:buChar char="•"/>
            </a:pPr>
            <a:r>
              <a:rPr lang="en-GB" sz="3200" b="1" dirty="0">
                <a:latin typeface="Times New Roman"/>
                <a:ea typeface="+mn-lt"/>
                <a:cs typeface="+mn-lt"/>
              </a:rPr>
              <a:t>README.md:</a:t>
            </a:r>
            <a:r>
              <a:rPr lang="en-GB" sz="3200" dirty="0">
                <a:latin typeface="Times New Roman"/>
                <a:ea typeface="+mn-lt"/>
                <a:cs typeface="+mn-lt"/>
              </a:rPr>
              <a:t> This is your project’s storefront. It must include:</a:t>
            </a:r>
            <a:endParaRPr lang="en-GB" sz="3200" dirty="0">
              <a:latin typeface="Times New Roman"/>
              <a:cs typeface="Times New Roman"/>
            </a:endParaRPr>
          </a:p>
          <a:p>
            <a:pPr marL="742950" lvl="1" indent="-285750">
              <a:buFont typeface="Courier New"/>
              <a:buChar char="o"/>
            </a:pPr>
            <a:r>
              <a:rPr lang="en-GB" sz="3200" dirty="0">
                <a:latin typeface="Times New Roman"/>
                <a:ea typeface="+mn-lt"/>
                <a:cs typeface="+mn-lt"/>
              </a:rPr>
              <a:t>Installation instructions.</a:t>
            </a:r>
            <a:endParaRPr lang="en-GB" sz="3200" dirty="0">
              <a:latin typeface="Times New Roman"/>
              <a:cs typeface="Times New Roman"/>
            </a:endParaRPr>
          </a:p>
          <a:p>
            <a:pPr marL="742950" lvl="1" indent="-285750">
              <a:buFont typeface="Courier New"/>
              <a:buChar char="o"/>
            </a:pPr>
            <a:r>
              <a:rPr lang="en-GB" sz="3200" dirty="0">
                <a:latin typeface="Times New Roman"/>
                <a:ea typeface="+mn-lt"/>
                <a:cs typeface="+mn-lt"/>
              </a:rPr>
              <a:t>Data sources.</a:t>
            </a:r>
            <a:endParaRPr lang="en-GB" sz="3200" dirty="0">
              <a:latin typeface="Times New Roman"/>
              <a:cs typeface="Times New Roman"/>
            </a:endParaRPr>
          </a:p>
          <a:p>
            <a:pPr marL="742950" lvl="1" indent="-285750">
              <a:buFont typeface="Courier New"/>
              <a:buChar char="o"/>
            </a:pPr>
            <a:r>
              <a:rPr lang="en-GB" sz="3200" dirty="0">
                <a:latin typeface="Times New Roman"/>
                <a:ea typeface="+mn-lt"/>
                <a:cs typeface="+mn-lt"/>
              </a:rPr>
              <a:t>How to run the analysis/model.</a:t>
            </a:r>
            <a:endParaRPr lang="en-GB" sz="3200" dirty="0">
              <a:latin typeface="Times New Roman"/>
              <a:cs typeface="Times New Roman"/>
            </a:endParaRPr>
          </a:p>
          <a:p>
            <a:pPr algn="l"/>
            <a:endParaRPr lang="en-GB" sz="32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669148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/>
          <p:nvPr/>
        </p:nvSpPr>
        <p:spPr>
          <a:xfrm>
            <a:off x="1096091" y="912944"/>
            <a:ext cx="6888960" cy="52032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3200" dirty="0">
              <a:solidFill>
                <a:srgbClr val="03807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B888E1-21A9-92DA-0EF7-71449DF77B72}"/>
              </a:ext>
            </a:extLst>
          </p:cNvPr>
          <p:cNvSpPr txBox="1"/>
          <p:nvPr/>
        </p:nvSpPr>
        <p:spPr>
          <a:xfrm>
            <a:off x="348711" y="245389"/>
            <a:ext cx="9957661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4000" b="1" dirty="0">
                <a:solidFill>
                  <a:schemeClr val="accent3">
                    <a:lumMod val="76000"/>
                  </a:schemeClr>
                </a:solidFill>
                <a:ea typeface="+mn-lt"/>
                <a:cs typeface="+mn-lt"/>
              </a:rPr>
              <a:t>Hands-On Lab: Putting it into Practice</a:t>
            </a:r>
            <a:endParaRPr lang="en-US" sz="4000" b="1">
              <a:solidFill>
                <a:schemeClr val="accent3">
                  <a:lumMod val="76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F13373F-D11C-73BA-57B3-7DFEAF0DEFB8}"/>
              </a:ext>
            </a:extLst>
          </p:cNvPr>
          <p:cNvSpPr txBox="1"/>
          <p:nvPr/>
        </p:nvSpPr>
        <p:spPr>
          <a:xfrm>
            <a:off x="542635" y="1362363"/>
            <a:ext cx="10644909" cy="45243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3200" b="1" dirty="0">
                <a:latin typeface="Times New Roman"/>
                <a:cs typeface="Times New Roman"/>
              </a:rPr>
              <a:t>Step 1: Setup &amp; Initial Commit</a:t>
            </a:r>
            <a:endParaRPr lang="en-US" sz="3200" dirty="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GB" sz="3200" dirty="0">
                <a:latin typeface="Times New Roman"/>
                <a:ea typeface="+mn-lt"/>
                <a:cs typeface="+mn-lt"/>
              </a:rPr>
              <a:t>Open your terminal/command prompt in your project folder.</a:t>
            </a:r>
            <a:endParaRPr lang="en-GB" sz="3200" dirty="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GB" sz="3200" dirty="0">
                <a:latin typeface="Times New Roman"/>
                <a:cs typeface="Times New Roman"/>
              </a:rPr>
              <a:t>git </a:t>
            </a:r>
            <a:r>
              <a:rPr lang="en-GB" sz="3200" dirty="0" err="1">
                <a:latin typeface="Times New Roman"/>
                <a:cs typeface="Times New Roman"/>
              </a:rPr>
              <a:t>init</a:t>
            </a:r>
            <a:endParaRPr lang="en-GB" sz="3200" dirty="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GB" sz="3200" dirty="0">
                <a:latin typeface="Times New Roman"/>
                <a:ea typeface="+mn-lt"/>
                <a:cs typeface="+mn-lt"/>
              </a:rPr>
              <a:t>Create a file named </a:t>
            </a:r>
            <a:r>
              <a:rPr lang="en-GB" sz="3200" dirty="0">
                <a:latin typeface="Times New Roman"/>
                <a:cs typeface="Times New Roman"/>
              </a:rPr>
              <a:t>.</a:t>
            </a:r>
            <a:r>
              <a:rPr lang="en-GB" sz="3200" dirty="0" err="1">
                <a:latin typeface="Times New Roman"/>
                <a:cs typeface="Times New Roman"/>
              </a:rPr>
              <a:t>gitignore</a:t>
            </a:r>
            <a:r>
              <a:rPr lang="en-GB" sz="3200" dirty="0">
                <a:latin typeface="Times New Roman"/>
                <a:ea typeface="+mn-lt"/>
                <a:cs typeface="+mn-lt"/>
              </a:rPr>
              <a:t> and add </a:t>
            </a:r>
            <a:r>
              <a:rPr lang="en-GB" sz="3200" dirty="0">
                <a:latin typeface="Times New Roman"/>
                <a:cs typeface="Times New Roman"/>
              </a:rPr>
              <a:t>data/</a:t>
            </a:r>
            <a:r>
              <a:rPr lang="en-GB" sz="3200" dirty="0">
                <a:latin typeface="Times New Roman"/>
                <a:ea typeface="+mn-lt"/>
                <a:cs typeface="+mn-lt"/>
              </a:rPr>
              <a:t> or </a:t>
            </a:r>
            <a:r>
              <a:rPr lang="en-GB" sz="3200" dirty="0">
                <a:latin typeface="Times New Roman"/>
                <a:cs typeface="Times New Roman"/>
              </a:rPr>
              <a:t>*.csv</a:t>
            </a:r>
            <a:r>
              <a:rPr lang="en-GB" sz="3200" dirty="0">
                <a:latin typeface="Times New Roman"/>
                <a:ea typeface="+mn-lt"/>
                <a:cs typeface="+mn-lt"/>
              </a:rPr>
              <a:t> (you don't want to upload huge datasets!).</a:t>
            </a:r>
            <a:endParaRPr lang="en-GB" sz="3200" dirty="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GB" sz="3200" dirty="0">
                <a:latin typeface="Times New Roman"/>
                <a:cs typeface="Times New Roman"/>
              </a:rPr>
              <a:t>git add .</a:t>
            </a:r>
          </a:p>
          <a:p>
            <a:pPr marL="285750" indent="-285750">
              <a:buFont typeface="Arial"/>
              <a:buChar char="•"/>
            </a:pPr>
            <a:r>
              <a:rPr lang="en-GB" sz="3200" dirty="0">
                <a:latin typeface="Times New Roman"/>
                <a:cs typeface="Times New Roman"/>
              </a:rPr>
              <a:t>git commit -m "Initial commit: Week 1-2 EDA and preprocessing scripts"</a:t>
            </a:r>
          </a:p>
          <a:p>
            <a:pPr algn="l"/>
            <a:endParaRPr lang="en-GB" sz="3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/>
          <p:nvPr/>
        </p:nvSpPr>
        <p:spPr>
          <a:xfrm>
            <a:off x="1096091" y="788608"/>
            <a:ext cx="6888960" cy="57235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3200" dirty="0">
              <a:solidFill>
                <a:srgbClr val="03807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089900-F8A2-1144-7F84-08DC01145F5F}"/>
              </a:ext>
            </a:extLst>
          </p:cNvPr>
          <p:cNvSpPr txBox="1"/>
          <p:nvPr/>
        </p:nvSpPr>
        <p:spPr>
          <a:xfrm>
            <a:off x="1173787" y="214553"/>
            <a:ext cx="8520545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2800" b="1" dirty="0">
                <a:solidFill>
                  <a:schemeClr val="accent3">
                    <a:lumMod val="49000"/>
                  </a:schemeClr>
                </a:solidFill>
                <a:latin typeface="Times New Roman"/>
                <a:cs typeface="Times New Roman"/>
              </a:rPr>
              <a:t>Step 2: Connect to GitHub &amp; Step 3: The README Challenge</a:t>
            </a:r>
            <a:endParaRPr lang="en-US" sz="2800">
              <a:solidFill>
                <a:schemeClr val="accent3">
                  <a:lumMod val="49000"/>
                </a:schemeClr>
              </a:solidFill>
              <a:latin typeface="Times New Roman"/>
              <a:cs typeface="Times New Roman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26E171-C9D1-A3EC-8592-89D1C524EE38}"/>
              </a:ext>
            </a:extLst>
          </p:cNvPr>
          <p:cNvSpPr txBox="1"/>
          <p:nvPr/>
        </p:nvSpPr>
        <p:spPr>
          <a:xfrm>
            <a:off x="880340" y="1071802"/>
            <a:ext cx="10303356" cy="44012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GB" sz="2000" b="1" dirty="0">
                <a:latin typeface="Times New Roman"/>
                <a:cs typeface="Times New Roman"/>
              </a:rPr>
              <a:t>Connect to GitHub</a:t>
            </a:r>
            <a:endParaRPr lang="en-US" b="1"/>
          </a:p>
          <a:p>
            <a:pPr marL="742950" lvl="1" indent="-285750">
              <a:buFont typeface="Courier New"/>
              <a:buChar char="o"/>
            </a:pPr>
            <a:r>
              <a:rPr lang="en-GB" sz="2000" dirty="0">
                <a:latin typeface="Times New Roman"/>
                <a:ea typeface="+mn-lt"/>
                <a:cs typeface="+mn-lt"/>
              </a:rPr>
              <a:t>Go to GitHub and create a new repository (don't initialize with a README).</a:t>
            </a:r>
            <a:endParaRPr lang="en-GB" sz="2000" dirty="0">
              <a:latin typeface="Times New Roman"/>
              <a:cs typeface="Times New Roman"/>
            </a:endParaRPr>
          </a:p>
          <a:p>
            <a:pPr marL="742950" lvl="1" indent="-285750">
              <a:buFont typeface="Courier New"/>
              <a:buChar char="o"/>
            </a:pPr>
            <a:r>
              <a:rPr lang="en-GB" sz="2000" dirty="0">
                <a:latin typeface="Times New Roman"/>
                <a:ea typeface="+mn-lt"/>
                <a:cs typeface="+mn-lt"/>
              </a:rPr>
              <a:t>Copy the URL and run: </a:t>
            </a:r>
            <a:r>
              <a:rPr lang="en-GB" sz="2000" dirty="0">
                <a:latin typeface="Times New Roman"/>
                <a:cs typeface="Times New Roman"/>
              </a:rPr>
              <a:t>git remote add origin &lt;YOUR_URL&gt;</a:t>
            </a:r>
            <a:r>
              <a:rPr lang="en-GB" sz="2000" dirty="0">
                <a:latin typeface="Times New Roman"/>
                <a:ea typeface="+mn-lt"/>
                <a:cs typeface="+mn-lt"/>
              </a:rPr>
              <a:t> </a:t>
            </a:r>
            <a:r>
              <a:rPr lang="en-GB" sz="2000" dirty="0">
                <a:latin typeface="Times New Roman"/>
                <a:cs typeface="Times New Roman"/>
              </a:rPr>
              <a:t>git push -u origin main</a:t>
            </a:r>
          </a:p>
          <a:p>
            <a:endParaRPr lang="en-GB" sz="2000" b="1" dirty="0">
              <a:latin typeface="Times New Roman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r>
              <a:rPr lang="en-GB" sz="2000" b="1" dirty="0">
                <a:latin typeface="Times New Roman"/>
                <a:ea typeface="+mn-lt"/>
                <a:cs typeface="+mn-lt"/>
              </a:rPr>
              <a:t>Create a </a:t>
            </a:r>
            <a:r>
              <a:rPr lang="en-GB" sz="2000" b="1" dirty="0">
                <a:latin typeface="Times New Roman"/>
                <a:cs typeface="Times New Roman"/>
              </a:rPr>
              <a:t>README.md</a:t>
            </a:r>
            <a:r>
              <a:rPr lang="en-GB" sz="2000" b="1" dirty="0">
                <a:latin typeface="Times New Roman"/>
                <a:ea typeface="+mn-lt"/>
                <a:cs typeface="+mn-lt"/>
              </a:rPr>
              <a:t> file in your folder. Use this structure:</a:t>
            </a:r>
            <a:endParaRPr lang="en-GB" sz="2000" b="1" dirty="0">
              <a:latin typeface="Times New Roman"/>
              <a:cs typeface="Times New Roman"/>
            </a:endParaRPr>
          </a:p>
          <a:p>
            <a:pPr marL="800100" lvl="1" indent="-342900">
              <a:buFont typeface="Courier New"/>
              <a:buChar char="o"/>
            </a:pPr>
            <a:r>
              <a:rPr lang="en-GB" sz="2000" dirty="0">
                <a:latin typeface="Times New Roman"/>
                <a:ea typeface="+mn-lt"/>
                <a:cs typeface="+mn-lt"/>
              </a:rPr>
              <a:t>Project Title</a:t>
            </a:r>
            <a:endParaRPr lang="en-GB" sz="2000" dirty="0">
              <a:latin typeface="Times New Roman"/>
              <a:cs typeface="Times New Roman"/>
            </a:endParaRPr>
          </a:p>
          <a:p>
            <a:pPr marL="800100" lvl="1" indent="-342900">
              <a:buFont typeface="Courier New"/>
              <a:buChar char="o"/>
            </a:pPr>
            <a:r>
              <a:rPr lang="en-GB" sz="2000" dirty="0">
                <a:latin typeface="Times New Roman"/>
                <a:ea typeface="+mn-lt"/>
                <a:cs typeface="+mn-lt"/>
              </a:rPr>
              <a:t>Overview: Briefly describe the ML problem you're solving.</a:t>
            </a:r>
            <a:endParaRPr lang="en-GB" sz="2000" dirty="0">
              <a:latin typeface="Times New Roman"/>
              <a:cs typeface="Times New Roman"/>
            </a:endParaRPr>
          </a:p>
          <a:p>
            <a:pPr marL="800100" lvl="1" indent="-342900">
              <a:buFont typeface="Courier New"/>
              <a:buChar char="o"/>
            </a:pPr>
            <a:r>
              <a:rPr lang="en-GB" sz="2000" dirty="0">
                <a:latin typeface="Times New Roman"/>
                <a:ea typeface="+mn-lt"/>
                <a:cs typeface="+mn-lt"/>
              </a:rPr>
              <a:t>Key Findings</a:t>
            </a:r>
            <a:endParaRPr lang="en-GB" sz="2000" dirty="0">
              <a:latin typeface="Times New Roman"/>
              <a:cs typeface="Times New Roman"/>
            </a:endParaRPr>
          </a:p>
          <a:p>
            <a:pPr marL="1257300" lvl="2" indent="-342900">
              <a:buFont typeface="Wingdings"/>
              <a:buChar char="§"/>
            </a:pPr>
            <a:r>
              <a:rPr lang="en-GB" sz="2000" dirty="0">
                <a:latin typeface="Times New Roman"/>
                <a:ea typeface="+mn-lt"/>
                <a:cs typeface="+mn-lt"/>
              </a:rPr>
              <a:t>Insight 1</a:t>
            </a:r>
            <a:endParaRPr lang="en-GB" sz="2000" dirty="0">
              <a:latin typeface="Times New Roman"/>
              <a:cs typeface="Times New Roman"/>
            </a:endParaRPr>
          </a:p>
          <a:p>
            <a:pPr marL="1257300" lvl="2" indent="-342900">
              <a:buFont typeface="Wingdings"/>
              <a:buChar char="§"/>
            </a:pPr>
            <a:r>
              <a:rPr lang="en-GB" sz="2000" dirty="0">
                <a:latin typeface="Times New Roman"/>
                <a:ea typeface="+mn-lt"/>
                <a:cs typeface="+mn-lt"/>
              </a:rPr>
              <a:t>Insight 2</a:t>
            </a:r>
            <a:endParaRPr lang="en-GB" sz="2000" dirty="0">
              <a:latin typeface="Times New Roman"/>
              <a:cs typeface="Times New Roman"/>
            </a:endParaRPr>
          </a:p>
          <a:p>
            <a:pPr marL="800100" lvl="1" indent="-342900">
              <a:buFont typeface="Courier New"/>
              <a:buChar char="o"/>
            </a:pPr>
            <a:r>
              <a:rPr lang="en-GB" sz="2000" dirty="0">
                <a:latin typeface="Times New Roman"/>
                <a:ea typeface="+mn-lt"/>
                <a:cs typeface="+mn-lt"/>
              </a:rPr>
              <a:t>How to Run: `python main.py`</a:t>
            </a:r>
            <a:endParaRPr lang="en-GB" sz="2000" dirty="0">
              <a:latin typeface="Times New Roman"/>
              <a:cs typeface="Times New Roman"/>
            </a:endParaRPr>
          </a:p>
          <a:p>
            <a:endParaRPr lang="en-GB" sz="2000" dirty="0">
              <a:latin typeface="Times New Roman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r>
              <a:rPr lang="en-GB" sz="2000" dirty="0">
                <a:latin typeface="Times New Roman"/>
                <a:cs typeface="Times New Roman"/>
              </a:rPr>
              <a:t>git add README.md</a:t>
            </a:r>
            <a:r>
              <a:rPr lang="en-GB" sz="2000" dirty="0">
                <a:latin typeface="Times New Roman"/>
                <a:ea typeface="+mn-lt"/>
                <a:cs typeface="+mn-lt"/>
              </a:rPr>
              <a:t> -&gt; </a:t>
            </a:r>
            <a:r>
              <a:rPr lang="en-GB" sz="2000" dirty="0">
                <a:latin typeface="Times New Roman"/>
                <a:cs typeface="Times New Roman"/>
              </a:rPr>
              <a:t>git commit -m "Add project documentation"</a:t>
            </a:r>
            <a:r>
              <a:rPr lang="en-GB" sz="2000" dirty="0">
                <a:latin typeface="Times New Roman"/>
                <a:ea typeface="+mn-lt"/>
                <a:cs typeface="+mn-lt"/>
              </a:rPr>
              <a:t> -&gt; </a:t>
            </a:r>
            <a:r>
              <a:rPr lang="en-GB" sz="2000" dirty="0">
                <a:latin typeface="Times New Roman"/>
                <a:cs typeface="Times New Roman"/>
              </a:rPr>
              <a:t>git push</a:t>
            </a:r>
            <a:endParaRPr lang="en-GB">
              <a:latin typeface="Times New Roman"/>
              <a:cs typeface="Times New Roman"/>
            </a:endParaRPr>
          </a:p>
          <a:p>
            <a:endParaRPr lang="en-GB" sz="20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245CC7-5345-EDAB-9E79-0D516DB882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069DC2A6-BE95-97DE-82F2-DF1503BB784F}"/>
              </a:ext>
            </a:extLst>
          </p:cNvPr>
          <p:cNvSpPr txBox="1"/>
          <p:nvPr/>
        </p:nvSpPr>
        <p:spPr>
          <a:xfrm>
            <a:off x="958509" y="1188336"/>
            <a:ext cx="8420049" cy="39160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D43A78-BCDA-6114-35E0-08C68F17DF33}"/>
              </a:ext>
            </a:extLst>
          </p:cNvPr>
          <p:cNvSpPr txBox="1"/>
          <p:nvPr/>
        </p:nvSpPr>
        <p:spPr>
          <a:xfrm>
            <a:off x="951457" y="278852"/>
            <a:ext cx="9305390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3200" b="1" dirty="0">
                <a:solidFill>
                  <a:schemeClr val="accent3">
                    <a:lumMod val="49000"/>
                  </a:schemeClr>
                </a:solidFill>
                <a:latin typeface="Times New Roman"/>
                <a:cs typeface="Times New Roman"/>
              </a:rPr>
              <a:t>Step 4: Collaborative Branching (Pairs)</a:t>
            </a:r>
            <a:endParaRPr lang="en-GB" sz="3200">
              <a:solidFill>
                <a:schemeClr val="accent3">
                  <a:lumMod val="49000"/>
                </a:schemeClr>
              </a:solidFill>
              <a:latin typeface="Times New Roman"/>
              <a:cs typeface="Times New Roma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BC29E0-FF15-95A1-6BC5-298057879904}"/>
              </a:ext>
            </a:extLst>
          </p:cNvPr>
          <p:cNvSpPr txBox="1"/>
          <p:nvPr/>
        </p:nvSpPr>
        <p:spPr>
          <a:xfrm>
            <a:off x="954425" y="1026582"/>
            <a:ext cx="10864272" cy="45243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GB" sz="3200" b="1" dirty="0">
                <a:latin typeface="Times New Roman"/>
                <a:ea typeface="+mn-lt"/>
                <a:cs typeface="+mn-lt"/>
              </a:rPr>
              <a:t>Person A:</a:t>
            </a:r>
            <a:r>
              <a:rPr lang="en-GB" sz="3200" dirty="0">
                <a:latin typeface="Times New Roman"/>
                <a:ea typeface="+mn-lt"/>
                <a:cs typeface="+mn-lt"/>
              </a:rPr>
              <a:t> Invite </a:t>
            </a:r>
            <a:r>
              <a:rPr lang="en-GB" sz="3200" b="1" dirty="0">
                <a:latin typeface="Times New Roman"/>
                <a:ea typeface="+mn-lt"/>
                <a:cs typeface="+mn-lt"/>
              </a:rPr>
              <a:t>Person B</a:t>
            </a:r>
            <a:r>
              <a:rPr lang="en-GB" sz="3200" dirty="0">
                <a:latin typeface="Times New Roman"/>
                <a:ea typeface="+mn-lt"/>
                <a:cs typeface="+mn-lt"/>
              </a:rPr>
              <a:t> as a collaborator in GitHub settings.</a:t>
            </a:r>
            <a:endParaRPr lang="en-GB" sz="3200" dirty="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GB" sz="3200" b="1" dirty="0">
                <a:latin typeface="Times New Roman"/>
                <a:ea typeface="+mn-lt"/>
                <a:cs typeface="+mn-lt"/>
              </a:rPr>
              <a:t>Person B:</a:t>
            </a:r>
            <a:r>
              <a:rPr lang="en-GB" sz="3200" dirty="0">
                <a:latin typeface="Times New Roman"/>
                <a:ea typeface="+mn-lt"/>
                <a:cs typeface="+mn-lt"/>
              </a:rPr>
              <a:t> </a:t>
            </a:r>
            <a:r>
              <a:rPr lang="en-GB" sz="3200" dirty="0">
                <a:latin typeface="Times New Roman"/>
                <a:cs typeface="Times New Roman"/>
              </a:rPr>
              <a:t>git clone &lt;URL&gt;</a:t>
            </a:r>
            <a:r>
              <a:rPr lang="en-GB" sz="3200" dirty="0">
                <a:latin typeface="Times New Roman"/>
                <a:ea typeface="+mn-lt"/>
                <a:cs typeface="+mn-lt"/>
              </a:rPr>
              <a:t>, then create a branch: </a:t>
            </a:r>
            <a:r>
              <a:rPr lang="en-GB" sz="3200" dirty="0">
                <a:latin typeface="Times New Roman"/>
                <a:cs typeface="Times New Roman"/>
              </a:rPr>
              <a:t>git checkout -b feature-improvement</a:t>
            </a:r>
            <a:r>
              <a:rPr lang="en-GB" sz="3200" dirty="0">
                <a:latin typeface="Times New Roman"/>
                <a:ea typeface="+mn-lt"/>
                <a:cs typeface="+mn-lt"/>
              </a:rPr>
              <a:t>.</a:t>
            </a:r>
            <a:endParaRPr lang="en-GB" sz="3200" dirty="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GB" sz="3200" b="1" dirty="0">
                <a:latin typeface="Times New Roman"/>
                <a:ea typeface="+mn-lt"/>
                <a:cs typeface="+mn-lt"/>
              </a:rPr>
              <a:t>Person B:</a:t>
            </a:r>
            <a:r>
              <a:rPr lang="en-GB" sz="3200" dirty="0">
                <a:latin typeface="Times New Roman"/>
                <a:ea typeface="+mn-lt"/>
                <a:cs typeface="+mn-lt"/>
              </a:rPr>
              <a:t> Edit a file, commit, and </a:t>
            </a:r>
            <a:r>
              <a:rPr lang="en-GB" sz="3200" dirty="0">
                <a:latin typeface="Times New Roman"/>
                <a:cs typeface="Times New Roman"/>
              </a:rPr>
              <a:t>git push origin feature-improvement</a:t>
            </a:r>
            <a:r>
              <a:rPr lang="en-GB" sz="3200" dirty="0">
                <a:latin typeface="Times New Roman"/>
                <a:ea typeface="+mn-lt"/>
                <a:cs typeface="+mn-lt"/>
              </a:rPr>
              <a:t>.</a:t>
            </a:r>
            <a:endParaRPr lang="en-GB" sz="3200" dirty="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GB" sz="3200" b="1" dirty="0">
                <a:latin typeface="Times New Roman"/>
                <a:ea typeface="+mn-lt"/>
                <a:cs typeface="+mn-lt"/>
              </a:rPr>
              <a:t>Person A:</a:t>
            </a:r>
            <a:r>
              <a:rPr lang="en-GB" sz="3200" dirty="0">
                <a:latin typeface="Times New Roman"/>
                <a:ea typeface="+mn-lt"/>
                <a:cs typeface="+mn-lt"/>
              </a:rPr>
              <a:t> Go to GitHub, view the "Pull Request," and merge it into the main branch.</a:t>
            </a:r>
            <a:endParaRPr lang="en-GB" sz="3200" dirty="0">
              <a:latin typeface="Times New Roman"/>
              <a:cs typeface="Times New Roman"/>
            </a:endParaRPr>
          </a:p>
          <a:p>
            <a:pPr algn="l"/>
            <a:endParaRPr lang="en-GB" sz="32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83745987"/>
      </p:ext>
    </p:extLst>
  </p:cSld>
  <p:clrMapOvr>
    <a:masterClrMapping/>
  </p:clrMapOvr>
</p:sld>
</file>

<file path=ppt/theme/theme1.xml><?xml version="1.0" encoding="utf-8"?>
<a:theme xmlns:a="http://schemas.openxmlformats.org/drawingml/2006/main" name="PunchcardVTI">
  <a:themeElements>
    <a:clrScheme name="Punchcard">
      <a:dk1>
        <a:srgbClr val="000000"/>
      </a:dk1>
      <a:lt1>
        <a:srgbClr val="FFFFFF"/>
      </a:lt1>
      <a:dk2>
        <a:srgbClr val="00224B"/>
      </a:dk2>
      <a:lt2>
        <a:srgbClr val="EFF0EF"/>
      </a:lt2>
      <a:accent1>
        <a:srgbClr val="00B2F3"/>
      </a:accent1>
      <a:accent2>
        <a:srgbClr val="0471CC"/>
      </a:accent2>
      <a:accent3>
        <a:srgbClr val="14BBA9"/>
      </a:accent3>
      <a:accent4>
        <a:srgbClr val="8BB93B"/>
      </a:accent4>
      <a:accent5>
        <a:srgbClr val="EC970C"/>
      </a:accent5>
      <a:accent6>
        <a:srgbClr val="F55822"/>
      </a:accent6>
      <a:hlink>
        <a:srgbClr val="008EE6"/>
      </a:hlink>
      <a:folHlink>
        <a:srgbClr val="808C8E"/>
      </a:folHlink>
    </a:clrScheme>
    <a:fontScheme name="Punchcard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Widescreen</PresentationFormat>
  <Paragraphs>4</Paragraphs>
  <Slides>9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PunchcardVTI</vt:lpstr>
      <vt:lpstr>PowerPoint Presentation</vt:lpstr>
      <vt:lpstr> </vt:lpstr>
      <vt:lpstr> 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Liberty</dc:creator>
  <cp:lastModifiedBy>Tolulope Kehinde</cp:lastModifiedBy>
  <cp:revision>1226</cp:revision>
  <dcterms:created xsi:type="dcterms:W3CDTF">2025-11-05T12:47:00Z</dcterms:created>
  <dcterms:modified xsi:type="dcterms:W3CDTF">2026-02-02T01:04:28Z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448BF34DDA5D4604A6E5E58B330A1B12_12</vt:lpwstr>
  </property>
  <property fmtid="{D5CDD505-2E9C-101B-9397-08002B2CF9AE}" pid="3" name="KSOProductBuildVer">
    <vt:lpwstr>1033-12.9.0.21549</vt:lpwstr>
  </property>
</Properties>
</file>