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79" r:id="rId4"/>
    <p:sldId id="280" r:id="rId5"/>
    <p:sldId id="260" r:id="rId6"/>
    <p:sldId id="281" r:id="rId7"/>
    <p:sldId id="261" r:id="rId8"/>
    <p:sldId id="262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5678B2-78D5-8B37-D6A5-16C479347E01}" v="383" dt="2026-02-02T01:36:48.982"/>
    <p1510:client id="{5AF634B1-8AA5-5917-112B-B7B226C02628}" v="1409" dt="2026-02-01T23:39:07.716"/>
    <p1510:client id="{D76CD43F-0ED2-78F4-3CCB-732A264C2AF1}" v="622" dt="2026-02-02T01:04:26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6A001E5D-2E17-0749-652C-1A18892185FF}" dt="2026-01-28T13:04:02.086" v="0" actId="20577"/>
          <ac:spMkLst>
            <pc:docMk/>
            <pc:sldMk cId="0" sldId="257"/>
            <ac:spMk id="3" creationId="{9FC1A636-E70D-E210-F2FB-993CA5152805}"/>
          </ac:spMkLst>
        </pc:spChg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6A001E5D-2E17-0749-652C-1A18892185FF}" dt="2026-01-28T14:52:46.791" v="344" actId="20577"/>
          <ac:spMkLst>
            <pc:docMk/>
            <pc:sldMk cId="0" sldId="260"/>
            <ac:spMk id="3" creationId="{E027D56F-6A20-5C99-E8DE-9713F5C3E7A4}"/>
          </ac:spMkLst>
        </pc:spChg>
      </pc:sldChg>
      <pc:sldChg chg="modSp">
        <pc:chgData name="Olawale Abiodun Ogundeji (Dr.)" userId="S::wale@ahfid.org::bf7f3b58-5492-4b16-a9d7-34d40e1eb056" providerId="AD" clId="Web-{6A001E5D-2E17-0749-652C-1A18892185FF}" dt="2026-01-29T14:19:02.129" v="752"/>
        <pc:sldMkLst>
          <pc:docMk/>
          <pc:sldMk cId="0" sldId="261"/>
        </pc:sldMkLst>
        <pc:spChg chg="mod">
          <ac:chgData name="Olawale Abiodun Ogundeji (Dr.)" userId="S::wale@ahfid.org::bf7f3b58-5492-4b16-a9d7-34d40e1eb056" providerId="AD" clId="Web-{6A001E5D-2E17-0749-652C-1A18892185FF}" dt="2026-01-29T13:15:23.678" v="375" actId="20577"/>
          <ac:spMkLst>
            <pc:docMk/>
            <pc:sldMk cId="0" sldId="261"/>
            <ac:spMk id="3" creationId="{A3B888E1-21A9-92DA-0EF7-71449DF77B72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9T15:20:27.055" v="767" actId="14100"/>
        <pc:sldMkLst>
          <pc:docMk/>
          <pc:sldMk cId="0" sldId="262"/>
        </pc:sldMkLst>
        <pc:spChg chg="add mod">
          <ac:chgData name="Olawale Abiodun Ogundeji (Dr.)" userId="S::wale@ahfid.org::bf7f3b58-5492-4b16-a9d7-34d40e1eb056" providerId="AD" clId="Web-{6A001E5D-2E17-0749-652C-1A18892185FF}" dt="2026-01-29T15:18:33.835" v="755" actId="20577"/>
          <ac:spMkLst>
            <pc:docMk/>
            <pc:sldMk cId="0" sldId="262"/>
            <ac:spMk id="6" creationId="{6B089900-F8A2-1144-7F84-08DC01145F5F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8T13:07:52.972" v="50" actId="20577"/>
        <pc:sldMkLst>
          <pc:docMk/>
          <pc:sldMk cId="2768235767" sldId="280"/>
        </pc:sldMkLst>
        <pc:spChg chg="add mod">
          <ac:chgData name="Olawale Abiodun Ogundeji (Dr.)" userId="S::wale@ahfid.org::bf7f3b58-5492-4b16-a9d7-34d40e1eb056" providerId="AD" clId="Web-{6A001E5D-2E17-0749-652C-1A18892185FF}" dt="2026-01-28T13:07:52.972" v="5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 add replId">
        <pc:chgData name="Olawale Abiodun Ogundeji (Dr.)" userId="S::wale@ahfid.org::bf7f3b58-5492-4b16-a9d7-34d40e1eb056" providerId="AD" clId="Web-{6A001E5D-2E17-0749-652C-1A18892185FF}" dt="2026-01-29T14:06:46.695" v="726" actId="1076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6A001E5D-2E17-0749-652C-1A18892185FF}" dt="2026-01-28T14:53:05.558" v="347" actId="20577"/>
          <ac:spMkLst>
            <pc:docMk/>
            <pc:sldMk cId="1066914800" sldId="281"/>
            <ac:spMk id="3" creationId="{88527B40-5BC3-62B0-3743-ECEA138D473F}"/>
          </ac:spMkLst>
        </pc:spChg>
      </pc:sldChg>
      <pc:sldChg chg="addSp delSp modSp add ord replId">
        <pc:chgData name="Olawale Abiodun Ogundeji (Dr.)" userId="S::wale@ahfid.org::bf7f3b58-5492-4b16-a9d7-34d40e1eb056" providerId="AD" clId="Web-{6A001E5D-2E17-0749-652C-1A18892185FF}" dt="2026-01-29T17:34:21.896" v="990" actId="1076"/>
        <pc:sldMkLst>
          <pc:docMk/>
          <pc:sldMk cId="783745987" sldId="282"/>
        </pc:sldMkLst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1914E8DD-0A47-7831-CE6F-235AEF630E52}" dt="2026-01-27T16:19:59.943" v="83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1914E8DD-0A47-7831-CE6F-235AEF630E52}" dt="2026-01-28T09:54:14.021" v="496" actId="20577"/>
          <ac:spMkLst>
            <pc:docMk/>
            <pc:sldMk cId="0" sldId="259"/>
            <ac:spMk id="3" creationId="{3EDAD1F7-BB38-C95D-7ECE-AAB912129DEF}"/>
          </ac:spMkLst>
        </pc:spChg>
        <pc:spChg chg="add mod">
          <ac:chgData name="Olawale Abiodun Ogundeji (Dr.)" userId="S::wale@ahfid.org::bf7f3b58-5492-4b16-a9d7-34d40e1eb056" providerId="AD" clId="Web-{1914E8DD-0A47-7831-CE6F-235AEF630E52}" dt="2026-01-28T09:54:02.113" v="494" actId="14100"/>
          <ac:spMkLst>
            <pc:docMk/>
            <pc:sldMk cId="0" sldId="259"/>
            <ac:spMk id="4" creationId="{AB6FD9B8-82F3-3021-C31F-6B268285D27A}"/>
          </ac:spMkLst>
        </pc:spChg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  <pc:spChg chg="add del mod">
          <ac:chgData name="Olawale Abiodun Ogundeji (Dr.)" userId="S::wale@ahfid.org::bf7f3b58-5492-4b16-a9d7-34d40e1eb056" providerId="AD" clId="Web-{1914E8DD-0A47-7831-CE6F-235AEF630E52}" dt="2026-01-27T17:16:43.650" v="97" actId="20577"/>
          <ac:spMkLst>
            <pc:docMk/>
            <pc:sldMk cId="0" sldId="260"/>
            <ac:spMk id="3" creationId="{E027D56F-6A20-5C99-E8DE-9713F5C3E7A4}"/>
          </ac:spMkLst>
        </pc:spChg>
      </pc:sldChg>
      <pc:sldChg chg="addSp delSp modSp">
        <pc:chgData name="Olawale Abiodun Ogundeji (Dr.)" userId="S::wale@ahfid.org::bf7f3b58-5492-4b16-a9d7-34d40e1eb056" providerId="AD" clId="Web-{1914E8DD-0A47-7831-CE6F-235AEF630E52}" dt="2026-01-27T17:42:58.609" v="410"/>
        <pc:sldMkLst>
          <pc:docMk/>
          <pc:sldMk cId="0" sldId="261"/>
        </pc:sldMkLst>
        <pc:spChg chg="add mod">
          <ac:chgData name="Olawale Abiodun Ogundeji (Dr.)" userId="S::wale@ahfid.org::bf7f3b58-5492-4b16-a9d7-34d40e1eb056" providerId="AD" clId="Web-{1914E8DD-0A47-7831-CE6F-235AEF630E52}" dt="2026-01-27T17:38:14.197" v="327" actId="20577"/>
          <ac:spMkLst>
            <pc:docMk/>
            <pc:sldMk cId="0" sldId="261"/>
            <ac:spMk id="3" creationId="{A3B888E1-21A9-92DA-0EF7-71449DF77B72}"/>
          </ac:spMkLst>
        </pc:spChg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  <pc:sldChg chg="delSp modSp add replId">
        <pc:chgData name="Olawale Abiodun Ogundeji (Dr.)" userId="S::wale@ahfid.org::bf7f3b58-5492-4b16-a9d7-34d40e1eb056" providerId="AD" clId="Web-{1914E8DD-0A47-7831-CE6F-235AEF630E52}" dt="2026-01-28T10:24:33.510" v="529" actId="14100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1914E8DD-0A47-7831-CE6F-235AEF630E52}" dt="2026-01-28T10:24:33.510" v="529" actId="14100"/>
          <ac:spMkLst>
            <pc:docMk/>
            <pc:sldMk cId="2768235767" sldId="280"/>
            <ac:spMk id="3" creationId="{330B4ED2-C158-4234-8FAA-211AA047B098}"/>
          </ac:spMkLst>
        </pc:spChg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5AF634B1-8AA5-5917-112B-B7B226C02628}" dt="2026-02-01T23:39:07.716" v="869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">
        <pc:chgData name="Olawale Abiodun Ogundeji (Dr.)" userId="S::wale@ahfid.org::bf7f3b58-5492-4b16-a9d7-34d40e1eb056" providerId="AD" clId="Web-{5AF634B1-8AA5-5917-112B-B7B226C02628}" dt="2026-02-01T22:36:47.823" v="451" actId="20577"/>
        <pc:sldMkLst>
          <pc:docMk/>
          <pc:sldMk cId="0" sldId="269"/>
        </pc:sldMkLst>
        <pc:spChg chg="add mod">
          <ac:chgData name="Olawale Abiodun Ogundeji (Dr.)" userId="S::wale@ahfid.org::bf7f3b58-5492-4b16-a9d7-34d40e1eb056" providerId="AD" clId="Web-{5AF634B1-8AA5-5917-112B-B7B226C02628}" dt="2026-02-01T19:49:38.009" v="325" actId="20577"/>
          <ac:spMkLst>
            <pc:docMk/>
            <pc:sldMk cId="0" sldId="269"/>
            <ac:spMk id="2" creationId="{13A54CCD-F0A0-790C-42FC-7B62A310F793}"/>
          </ac:spMkLst>
        </pc:spChg>
        <pc:spChg chg="add del">
          <ac:chgData name="Olawale Abiodun Ogundeji (Dr.)" userId="S::wale@ahfid.org::bf7f3b58-5492-4b16-a9d7-34d40e1eb056" providerId="AD" clId="Web-{5AF634B1-8AA5-5917-112B-B7B226C02628}" dt="2026-02-01T19:51:31.817" v="327"/>
          <ac:spMkLst>
            <pc:docMk/>
            <pc:sldMk cId="0" sldId="269"/>
            <ac:spMk id="3" creationId="{22EF3D1C-B0ED-9818-2A67-10FD7E67C3A2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22:36:47.823" v="451" actId="20577"/>
          <ac:spMkLst>
            <pc:docMk/>
            <pc:sldMk cId="0" sldId="269"/>
            <ac:spMk id="4" creationId="{A656CF82-F995-34A8-A1A8-B7F6EFD42A32}"/>
          </ac:spMkLst>
        </pc:spChg>
      </pc:sldChg>
      <pc:sldChg chg="addSp modSp">
        <pc:chgData name="Olawale Abiodun Ogundeji (Dr.)" userId="S::wale@ahfid.org::bf7f3b58-5492-4b16-a9d7-34d40e1eb056" providerId="AD" clId="Web-{5AF634B1-8AA5-5917-112B-B7B226C02628}" dt="2026-02-01T19:49:18.775" v="319" actId="20577"/>
        <pc:sldMkLst>
          <pc:docMk/>
          <pc:sldMk cId="0" sldId="271"/>
        </pc:sldMkLst>
        <pc:spChg chg="add mod">
          <ac:chgData name="Olawale Abiodun Ogundeji (Dr.)" userId="S::wale@ahfid.org::bf7f3b58-5492-4b16-a9d7-34d40e1eb056" providerId="AD" clId="Web-{5AF634B1-8AA5-5917-112B-B7B226C02628}" dt="2026-02-01T19:49:18.775" v="319" actId="20577"/>
          <ac:spMkLst>
            <pc:docMk/>
            <pc:sldMk cId="0" sldId="271"/>
            <ac:spMk id="2" creationId="{C60542F3-4A74-CC09-C87C-29675AE3021E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19:48:49.227" v="314" actId="14100"/>
          <ac:spMkLst>
            <pc:docMk/>
            <pc:sldMk cId="0" sldId="271"/>
            <ac:spMk id="3" creationId="{D65A7992-18DD-CFE8-49CC-60A71BADA685}"/>
          </ac:spMkLst>
        </pc:spChg>
      </pc:sldChg>
      <pc:sldChg chg="addSp delSp modSp">
        <pc:chgData name="Olawale Abiodun Ogundeji (Dr.)" userId="S::wale@ahfid.org::bf7f3b58-5492-4b16-a9d7-34d40e1eb056" providerId="AD" clId="Web-{5AF634B1-8AA5-5917-112B-B7B226C02628}" dt="2026-02-01T23:04:05.876" v="705" actId="20577"/>
        <pc:sldMkLst>
          <pc:docMk/>
          <pc:sldMk cId="0" sldId="274"/>
        </pc:sldMkLst>
        <pc:spChg chg="add mod">
          <ac:chgData name="Olawale Abiodun Ogundeji (Dr.)" userId="S::wale@ahfid.org::bf7f3b58-5492-4b16-a9d7-34d40e1eb056" providerId="AD" clId="Web-{5AF634B1-8AA5-5917-112B-B7B226C02628}" dt="2026-02-01T22:41:49.341" v="488" actId="20577"/>
          <ac:spMkLst>
            <pc:docMk/>
            <pc:sldMk cId="0" sldId="274"/>
            <ac:spMk id="2" creationId="{1C08E040-5A72-53CB-8C7B-3B6650F19872}"/>
          </ac:spMkLst>
        </pc:spChg>
        <pc:spChg chg="add del mod">
          <ac:chgData name="Olawale Abiodun Ogundeji (Dr.)" userId="S::wale@ahfid.org::bf7f3b58-5492-4b16-a9d7-34d40e1eb056" providerId="AD" clId="Web-{5AF634B1-8AA5-5917-112B-B7B226C02628}" dt="2026-02-01T22:56:13.186" v="669"/>
          <ac:spMkLst>
            <pc:docMk/>
            <pc:sldMk cId="0" sldId="274"/>
            <ac:spMk id="3" creationId="{B6750F8D-0E5C-17C2-566B-7447B4B32C5C}"/>
          </ac:spMkLst>
        </pc:spChg>
        <pc:spChg chg="add del">
          <ac:chgData name="Olawale Abiodun Ogundeji (Dr.)" userId="S::wale@ahfid.org::bf7f3b58-5492-4b16-a9d7-34d40e1eb056" providerId="AD" clId="Web-{5AF634B1-8AA5-5917-112B-B7B226C02628}" dt="2026-02-01T22:56:27.874" v="671"/>
          <ac:spMkLst>
            <pc:docMk/>
            <pc:sldMk cId="0" sldId="274"/>
            <ac:spMk id="5" creationId="{468E6CC5-D799-B613-9EEF-314D667BBC2B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23:04:05.876" v="705" actId="20577"/>
          <ac:spMkLst>
            <pc:docMk/>
            <pc:sldMk cId="0" sldId="274"/>
            <ac:spMk id="6" creationId="{4820321F-F774-49E0-2A50-944C194C5483}"/>
          </ac:spMkLst>
        </pc:spChg>
        <pc:graphicFrameChg chg="add mod modGraphic">
          <ac:chgData name="Olawale Abiodun Ogundeji (Dr.)" userId="S::wale@ahfid.org::bf7f3b58-5492-4b16-a9d7-34d40e1eb056" providerId="AD" clId="Web-{5AF634B1-8AA5-5917-112B-B7B226C02628}" dt="2026-02-01T22:55:58.997" v="667"/>
          <ac:graphicFrameMkLst>
            <pc:docMk/>
            <pc:sldMk cId="0" sldId="274"/>
            <ac:graphicFrameMk id="4" creationId="{8DF91EFC-3215-E1F5-0472-ECF6638A3DFE}"/>
          </ac:graphicFrameMkLst>
        </pc:graphicFrameChg>
      </pc:sldChg>
      <pc:sldChg chg="addSp modSp">
        <pc:chgData name="Olawale Abiodun Ogundeji (Dr.)" userId="S::wale@ahfid.org::bf7f3b58-5492-4b16-a9d7-34d40e1eb056" providerId="AD" clId="Web-{5AF634B1-8AA5-5917-112B-B7B226C02628}" dt="2026-02-01T23:35:41.067" v="857" actId="20577"/>
        <pc:sldMkLst>
          <pc:docMk/>
          <pc:sldMk cId="0" sldId="275"/>
        </pc:sldMkLst>
        <pc:spChg chg="add mod">
          <ac:chgData name="Olawale Abiodun Ogundeji (Dr.)" userId="S::wale@ahfid.org::bf7f3b58-5492-4b16-a9d7-34d40e1eb056" providerId="AD" clId="Web-{5AF634B1-8AA5-5917-112B-B7B226C02628}" dt="2026-02-01T23:35:41.067" v="857" actId="20577"/>
          <ac:spMkLst>
            <pc:docMk/>
            <pc:sldMk cId="0" sldId="275"/>
            <ac:spMk id="2" creationId="{002077AD-7BCA-77B5-929B-7257E0F1289E}"/>
          </ac:spMkLst>
        </pc:spChg>
        <pc:spChg chg="add mod">
          <ac:chgData name="Olawale Abiodun Ogundeji (Dr.)" userId="S::wale@ahfid.org::bf7f3b58-5492-4b16-a9d7-34d40e1eb056" providerId="AD" clId="Web-{5AF634B1-8AA5-5917-112B-B7B226C02628}" dt="2026-02-01T22:40:10.899" v="479" actId="20577"/>
          <ac:spMkLst>
            <pc:docMk/>
            <pc:sldMk cId="0" sldId="275"/>
            <ac:spMk id="3" creationId="{523BE8CF-24E0-E712-0DC3-887C6103DEC1}"/>
          </ac:spMkLst>
        </pc:spChg>
      </pc:sldChg>
      <pc:sldChg chg="del">
        <pc:chgData name="Olawale Abiodun Ogundeji (Dr.)" userId="S::wale@ahfid.org::bf7f3b58-5492-4b16-a9d7-34d40e1eb056" providerId="AD" clId="Web-{5AF634B1-8AA5-5917-112B-B7B226C02628}" dt="2026-02-01T23:35:47.129" v="858"/>
        <pc:sldMkLst>
          <pc:docMk/>
          <pc:sldMk cId="0" sldId="277"/>
        </pc:sldMkLst>
      </pc:sldChg>
      <pc:sldChg chg="del">
        <pc:chgData name="Olawale Abiodun Ogundeji (Dr.)" userId="S::wale@ahfid.org::bf7f3b58-5492-4b16-a9d7-34d40e1eb056" providerId="AD" clId="Web-{5AF634B1-8AA5-5917-112B-B7B226C02628}" dt="2026-02-01T23:35:54.395" v="859"/>
        <pc:sldMkLst>
          <pc:docMk/>
          <pc:sldMk cId="0" sldId="278"/>
        </pc:sldMkLst>
      </pc:sldChg>
    </pc:docChg>
  </pc:docChgLst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0EFA9307-D9A1-8FEF-E0AD-A8240F15A8CD}" dt="2026-01-21T22:16:26.865" v="7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name="Olawale Abiodun Ogundeji (Dr.)" userId="S::wale@ahfid.org::bf7f3b58-5492-4b16-a9d7-34d40e1eb056" providerId="AD" clId="Web-{D76CD43F-0ED2-78F4-3CCB-732A264C2AF1}"/>
    <pc:docChg chg="delSld modSld">
      <pc:chgData name="Olawale Abiodun Ogundeji (Dr.)" userId="S::wale@ahfid.org::bf7f3b58-5492-4b16-a9d7-34d40e1eb056" providerId="AD" clId="Web-{D76CD43F-0ED2-78F4-3CCB-732A264C2AF1}" dt="2026-02-02T01:04:26.171" v="411"/>
      <pc:docMkLst>
        <pc:docMk/>
      </pc:docMkLst>
      <pc:sldChg chg="addSp modSp">
        <pc:chgData name="Olawale Abiodun Ogundeji (Dr.)" userId="S::wale@ahfid.org::bf7f3b58-5492-4b16-a9d7-34d40e1eb056" providerId="AD" clId="Web-{D76CD43F-0ED2-78F4-3CCB-732A264C2AF1}" dt="2026-02-02T00:29:33.966" v="165" actId="20577"/>
        <pc:sldMkLst>
          <pc:docMk/>
          <pc:sldMk cId="0" sldId="257"/>
        </pc:sldMkLst>
        <pc:spChg chg="add mod">
          <ac:chgData name="Olawale Abiodun Ogundeji (Dr.)" userId="S::wale@ahfid.org::bf7f3b58-5492-4b16-a9d7-34d40e1eb056" providerId="AD" clId="Web-{D76CD43F-0ED2-78F4-3CCB-732A264C2AF1}" dt="2026-02-02T00:29:33.966" v="165" actId="20577"/>
          <ac:spMkLst>
            <pc:docMk/>
            <pc:sldMk cId="0" sldId="257"/>
            <ac:spMk id="2" creationId="{BE2B3819-4614-B9CE-1BC0-103FC835317D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1T23:55:05.692" v="3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D76CD43F-0ED2-78F4-3CCB-732A264C2AF1}" dt="2026-02-02T00:43:52.573" v="210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76CD43F-0ED2-78F4-3CCB-732A264C2AF1}" dt="2026-02-01T23:56:04.067" v="10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43:52.573" v="210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D76CD43F-0ED2-78F4-3CCB-732A264C2AF1}" dt="2026-02-02T00:07:59.905" v="105" actId="20577"/>
        <pc:sldMkLst>
          <pc:docMk/>
          <pc:sldMk cId="0" sldId="260"/>
        </pc:sldMkLst>
        <pc:spChg chg="add mod">
          <ac:chgData name="Olawale Abiodun Ogundeji (Dr.)" userId="S::wale@ahfid.org::bf7f3b58-5492-4b16-a9d7-34d40e1eb056" providerId="AD" clId="Web-{D76CD43F-0ED2-78F4-3CCB-732A264C2AF1}" dt="2026-02-02T00:07:59.905" v="105" actId="20577"/>
          <ac:spMkLst>
            <pc:docMk/>
            <pc:sldMk cId="0" sldId="260"/>
            <ac:spMk id="2" creationId="{B1A728A4-1BED-24F4-D309-A8511A4D5D03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05:18.147" v="78" actId="20577"/>
          <ac:spMkLst>
            <pc:docMk/>
            <pc:sldMk cId="0" sldId="260"/>
            <ac:spMk id="3" creationId="{E027D56F-6A20-5C99-E8DE-9713F5C3E7A4}"/>
          </ac:spMkLst>
        </pc:spChg>
        <pc:graphicFrameChg chg="del mod modGraphic">
          <ac:chgData name="Olawale Abiodun Ogundeji (Dr.)" userId="S::wale@ahfid.org::bf7f3b58-5492-4b16-a9d7-34d40e1eb056" providerId="AD" clId="Web-{D76CD43F-0ED2-78F4-3CCB-732A264C2AF1}" dt="2026-02-02T00:05:54.929" v="87"/>
          <ac:graphicFrameMkLst>
            <pc:docMk/>
            <pc:sldMk cId="0" sldId="260"/>
            <ac:graphicFrameMk id="13" creationId="{798E8C13-E851-176B-0534-7502CF53C121}"/>
          </ac:graphicFrameMkLst>
        </pc:graphicFrameChg>
      </pc:sldChg>
      <pc:sldChg chg="addSp delSp modSp">
        <pc:chgData name="Olawale Abiodun Ogundeji (Dr.)" userId="S::wale@ahfid.org::bf7f3b58-5492-4b16-a9d7-34d40e1eb056" providerId="AD" clId="Web-{D76CD43F-0ED2-78F4-3CCB-732A264C2AF1}" dt="2026-02-02T00:52:29.999" v="277" actId="20577"/>
        <pc:sldMkLst>
          <pc:docMk/>
          <pc:sldMk cId="0" sldId="261"/>
        </pc:sldMkLst>
        <pc:spChg chg="add mod">
          <ac:chgData name="Olawale Abiodun Ogundeji (Dr.)" userId="S::wale@ahfid.org::bf7f3b58-5492-4b16-a9d7-34d40e1eb056" providerId="AD" clId="Web-{D76CD43F-0ED2-78F4-3CCB-732A264C2AF1}" dt="2026-02-02T00:52:29.999" v="277" actId="20577"/>
          <ac:spMkLst>
            <pc:docMk/>
            <pc:sldMk cId="0" sldId="261"/>
            <ac:spMk id="2" creationId="{0F13373F-D11C-73BA-57B3-7DFEAF0DEFB8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51:30.840" v="260" actId="20577"/>
          <ac:spMkLst>
            <pc:docMk/>
            <pc:sldMk cId="0" sldId="261"/>
            <ac:spMk id="3" creationId="{A3B888E1-21A9-92DA-0EF7-71449DF77B72}"/>
          </ac:spMkLst>
        </pc:spChg>
        <pc:graphicFrameChg chg="del mod modGraphic">
          <ac:chgData name="Olawale Abiodun Ogundeji (Dr.)" userId="S::wale@ahfid.org::bf7f3b58-5492-4b16-a9d7-34d40e1eb056" providerId="AD" clId="Web-{D76CD43F-0ED2-78F4-3CCB-732A264C2AF1}" dt="2026-02-02T00:51:43.466" v="266"/>
          <ac:graphicFrameMkLst>
            <pc:docMk/>
            <pc:sldMk cId="0" sldId="261"/>
            <ac:graphicFrameMk id="4" creationId="{FC7A0E3E-94BF-4A62-A6B5-FE9C4572AE76}"/>
          </ac:graphicFrameMkLst>
        </pc:graphicFrameChg>
      </pc:sldChg>
      <pc:sldChg chg="addSp delSp modSp">
        <pc:chgData name="Olawale Abiodun Ogundeji (Dr.)" userId="S::wale@ahfid.org::bf7f3b58-5492-4b16-a9d7-34d40e1eb056" providerId="AD" clId="Web-{D76CD43F-0ED2-78F4-3CCB-732A264C2AF1}" dt="2026-02-02T01:02:58.889" v="400" actId="20577"/>
        <pc:sldMkLst>
          <pc:docMk/>
          <pc:sldMk cId="0" sldId="262"/>
        </pc:sldMkLst>
        <pc:spChg chg="mod">
          <ac:chgData name="Olawale Abiodun Ogundeji (Dr.)" userId="S::wale@ahfid.org::bf7f3b58-5492-4b16-a9d7-34d40e1eb056" providerId="AD" clId="Web-{D76CD43F-0ED2-78F4-3CCB-732A264C2AF1}" dt="2026-02-02T01:00:39.372" v="359" actId="1076"/>
          <ac:spMkLst>
            <pc:docMk/>
            <pc:sldMk cId="0" sldId="262"/>
            <ac:spMk id="6" creationId="{6B089900-F8A2-1144-7F84-08DC01145F5F}"/>
          </ac:spMkLst>
        </pc:spChg>
        <pc:spChg chg="add mod">
          <ac:chgData name="Olawale Abiodun Ogundeji (Dr.)" userId="S::wale@ahfid.org::bf7f3b58-5492-4b16-a9d7-34d40e1eb056" providerId="AD" clId="Web-{D76CD43F-0ED2-78F4-3CCB-732A264C2AF1}" dt="2026-02-02T01:02:58.889" v="400" actId="20577"/>
          <ac:spMkLst>
            <pc:docMk/>
            <pc:sldMk cId="0" sldId="262"/>
            <ac:spMk id="8" creationId="{EC26E171-C9D1-A3EC-8592-89D1C524EE38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2T00:53:23.392" v="278"/>
          <ac:picMkLst>
            <pc:docMk/>
            <pc:sldMk cId="0" sldId="262"/>
            <ac:picMk id="2" creationId="{52CC5093-6D47-1734-2CB5-3D13DE5CDBAF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53:24.955" v="279"/>
          <ac:picMkLst>
            <pc:docMk/>
            <pc:sldMk cId="0" sldId="262"/>
            <ac:picMk id="3" creationId="{56497E69-5D34-24B9-FB34-B37EE5199B84}"/>
          </ac:picMkLst>
        </pc:picChg>
        <pc:picChg chg="del mod">
          <ac:chgData name="Olawale Abiodun Ogundeji (Dr.)" userId="S::wale@ahfid.org::bf7f3b58-5492-4b16-a9d7-34d40e1eb056" providerId="AD" clId="Web-{D76CD43F-0ED2-78F4-3CCB-732A264C2AF1}" dt="2026-02-02T00:53:26.767" v="281"/>
          <ac:picMkLst>
            <pc:docMk/>
            <pc:sldMk cId="0" sldId="262"/>
            <ac:picMk id="4" creationId="{0D4AA465-97FF-6786-E371-D0BAAA263B13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53:28.220" v="282"/>
          <ac:picMkLst>
            <pc:docMk/>
            <pc:sldMk cId="0" sldId="262"/>
            <ac:picMk id="5" creationId="{BCB77E2A-6C24-21FA-AC6A-C74C84522DB5}"/>
          </ac:picMkLst>
        </pc:picChg>
      </pc:sldChg>
      <pc:sldChg chg="del">
        <pc:chgData name="Olawale Abiodun Ogundeji (Dr.)" userId="S::wale@ahfid.org::bf7f3b58-5492-4b16-a9d7-34d40e1eb056" providerId="AD" clId="Web-{D76CD43F-0ED2-78F4-3CCB-732A264C2AF1}" dt="2026-02-02T01:03:34.358" v="401"/>
        <pc:sldMkLst>
          <pc:docMk/>
          <pc:sldMk cId="0" sldId="263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3:39.343" v="402"/>
        <pc:sldMkLst>
          <pc:docMk/>
          <pc:sldMk cId="0" sldId="264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26.171" v="411"/>
        <pc:sldMkLst>
          <pc:docMk/>
          <pc:sldMk cId="0" sldId="265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17.687" v="410"/>
        <pc:sldMkLst>
          <pc:docMk/>
          <pc:sldMk cId="0" sldId="266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17.687" v="409"/>
        <pc:sldMkLst>
          <pc:docMk/>
          <pc:sldMk cId="0" sldId="267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17.671" v="408"/>
        <pc:sldMkLst>
          <pc:docMk/>
          <pc:sldMk cId="0" sldId="268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5"/>
        <pc:sldMkLst>
          <pc:docMk/>
          <pc:sldMk cId="0" sldId="269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6"/>
        <pc:sldMkLst>
          <pc:docMk/>
          <pc:sldMk cId="0" sldId="271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7"/>
        <pc:sldMkLst>
          <pc:docMk/>
          <pc:sldMk cId="0" sldId="273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4"/>
        <pc:sldMkLst>
          <pc:docMk/>
          <pc:sldMk cId="0" sldId="274"/>
        </pc:sldMkLst>
      </pc:sldChg>
      <pc:sldChg chg="del">
        <pc:chgData name="Olawale Abiodun Ogundeji (Dr.)" userId="S::wale@ahfid.org::bf7f3b58-5492-4b16-a9d7-34d40e1eb056" providerId="AD" clId="Web-{D76CD43F-0ED2-78F4-3CCB-732A264C2AF1}" dt="2026-02-02T01:04:03.437" v="403"/>
        <pc:sldMkLst>
          <pc:docMk/>
          <pc:sldMk cId="0" sldId="275"/>
        </pc:sldMkLst>
      </pc:sldChg>
      <pc:sldChg chg="addSp delSp modSp">
        <pc:chgData name="Olawale Abiodun Ogundeji (Dr.)" userId="S::wale@ahfid.org::bf7f3b58-5492-4b16-a9d7-34d40e1eb056" providerId="AD" clId="Web-{D76CD43F-0ED2-78F4-3CCB-732A264C2AF1}" dt="2026-02-02T00:02:42.611" v="59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D76CD43F-0ED2-78F4-3CCB-732A264C2AF1}" dt="2026-02-01T23:58:34.218" v="22" actId="20577"/>
          <ac:spMkLst>
            <pc:docMk/>
            <pc:sldMk cId="316734042" sldId="279"/>
            <ac:spMk id="3" creationId="{CE12020B-B16B-503A-3FCF-44BFBD11530F}"/>
          </ac:spMkLst>
        </pc:spChg>
        <pc:spChg chg="add mod">
          <ac:chgData name="Olawale Abiodun Ogundeji (Dr.)" userId="S::wale@ahfid.org::bf7f3b58-5492-4b16-a9d7-34d40e1eb056" providerId="AD" clId="Web-{D76CD43F-0ED2-78F4-3CCB-732A264C2AF1}" dt="2026-02-02T00:02:42.611" v="59" actId="20577"/>
          <ac:spMkLst>
            <pc:docMk/>
            <pc:sldMk cId="316734042" sldId="279"/>
            <ac:spMk id="4" creationId="{9C2DB3CF-0B11-990E-BE46-3AA230D859A1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1T23:58:39.046" v="23"/>
          <ac:picMkLst>
            <pc:docMk/>
            <pc:sldMk cId="316734042" sldId="279"/>
            <ac:picMk id="5" creationId="{103D899B-8717-B741-AF02-2D39E4E4AFCB}"/>
          </ac:picMkLst>
        </pc:picChg>
      </pc:sldChg>
      <pc:sldChg chg="modSp">
        <pc:chgData name="Olawale Abiodun Ogundeji (Dr.)" userId="S::wale@ahfid.org::bf7f3b58-5492-4b16-a9d7-34d40e1eb056" providerId="AD" clId="Web-{D76CD43F-0ED2-78F4-3CCB-732A264C2AF1}" dt="2026-02-02T00:26:11.068" v="137" actId="20577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D76CD43F-0ED2-78F4-3CCB-732A264C2AF1}" dt="2026-02-02T00:01:44.609" v="47" actId="20577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26:11.068" v="137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">
        <pc:chgData name="Olawale Abiodun Ogundeji (Dr.)" userId="S::wale@ahfid.org::bf7f3b58-5492-4b16-a9d7-34d40e1eb056" providerId="AD" clId="Web-{D76CD43F-0ED2-78F4-3CCB-732A264C2AF1}" dt="2026-02-02T00:50:44.056" v="256" actId="20577"/>
        <pc:sldMkLst>
          <pc:docMk/>
          <pc:sldMk cId="1066914800" sldId="281"/>
        </pc:sldMkLst>
        <pc:spChg chg="add mod">
          <ac:chgData name="Olawale Abiodun Ogundeji (Dr.)" userId="S::wale@ahfid.org::bf7f3b58-5492-4b16-a9d7-34d40e1eb056" providerId="AD" clId="Web-{D76CD43F-0ED2-78F4-3CCB-732A264C2AF1}" dt="2026-02-02T00:50:44.056" v="256" actId="20577"/>
          <ac:spMkLst>
            <pc:docMk/>
            <pc:sldMk cId="1066914800" sldId="281"/>
            <ac:spMk id="2" creationId="{D529ED65-5D7A-8055-EA89-2CCEDC161799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08:50.171" v="111" actId="20577"/>
          <ac:spMkLst>
            <pc:docMk/>
            <pc:sldMk cId="1066914800" sldId="281"/>
            <ac:spMk id="3" creationId="{88527B40-5BC3-62B0-3743-ECEA138D473F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2T00:08:02.764" v="106"/>
          <ac:picMkLst>
            <pc:docMk/>
            <pc:sldMk cId="1066914800" sldId="281"/>
            <ac:picMk id="4" creationId="{31E24524-E364-68E7-935C-D0BAD30CB5FA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08:04.593" v="107"/>
          <ac:picMkLst>
            <pc:docMk/>
            <pc:sldMk cId="1066914800" sldId="281"/>
            <ac:picMk id="5" creationId="{C516509C-94FC-8102-0B32-EFC9B2B91BB0}"/>
          </ac:picMkLst>
        </pc:picChg>
      </pc:sldChg>
      <pc:sldChg chg="addSp delSp modSp">
        <pc:chgData name="Olawale Abiodun Ogundeji (Dr.)" userId="S::wale@ahfid.org::bf7f3b58-5492-4b16-a9d7-34d40e1eb056" providerId="AD" clId="Web-{D76CD43F-0ED2-78F4-3CCB-732A264C2AF1}" dt="2026-02-02T00:59:35.840" v="347" actId="14100"/>
        <pc:sldMkLst>
          <pc:docMk/>
          <pc:sldMk cId="783745987" sldId="282"/>
        </pc:sldMkLst>
        <pc:spChg chg="mod">
          <ac:chgData name="Olawale Abiodun Ogundeji (Dr.)" userId="S::wale@ahfid.org::bf7f3b58-5492-4b16-a9d7-34d40e1eb056" providerId="AD" clId="Web-{D76CD43F-0ED2-78F4-3CCB-732A264C2AF1}" dt="2026-02-02T00:59:35.840" v="347" actId="14100"/>
          <ac:spMkLst>
            <pc:docMk/>
            <pc:sldMk cId="783745987" sldId="282"/>
            <ac:spMk id="3" creationId="{FAD43A78-BCDA-6114-35E0-08C68F17DF33}"/>
          </ac:spMkLst>
        </pc:spChg>
        <pc:spChg chg="add mod">
          <ac:chgData name="Olawale Abiodun Ogundeji (Dr.)" userId="S::wale@ahfid.org::bf7f3b58-5492-4b16-a9d7-34d40e1eb056" providerId="AD" clId="Web-{D76CD43F-0ED2-78F4-3CCB-732A264C2AF1}" dt="2026-02-02T00:59:06.949" v="339" actId="20577"/>
          <ac:spMkLst>
            <pc:docMk/>
            <pc:sldMk cId="783745987" sldId="282"/>
            <ac:spMk id="4" creationId="{86BC29E0-FF15-95A1-6BC5-298057879904}"/>
          </ac:spMkLst>
        </pc:spChg>
        <pc:spChg chg="mod">
          <ac:chgData name="Olawale Abiodun Ogundeji (Dr.)" userId="S::wale@ahfid.org::bf7f3b58-5492-4b16-a9d7-34d40e1eb056" providerId="AD" clId="Web-{D76CD43F-0ED2-78F4-3CCB-732A264C2AF1}" dt="2026-02-02T00:58:05.495" v="327" actId="1076"/>
          <ac:spMkLst>
            <pc:docMk/>
            <pc:sldMk cId="783745987" sldId="282"/>
            <ac:spMk id="7" creationId="{069DC2A6-BE95-97DE-82F2-DF1503BB784F}"/>
          </ac:spMkLst>
        </pc:spChg>
        <pc:picChg chg="del">
          <ac:chgData name="Olawale Abiodun Ogundeji (Dr.)" userId="S::wale@ahfid.org::bf7f3b58-5492-4b16-a9d7-34d40e1eb056" providerId="AD" clId="Web-{D76CD43F-0ED2-78F4-3CCB-732A264C2AF1}" dt="2026-02-02T00:57:52.963" v="322"/>
          <ac:picMkLst>
            <pc:docMk/>
            <pc:sldMk cId="783745987" sldId="282"/>
            <ac:picMk id="2" creationId="{6E0A36DA-789D-0BF1-0384-1704153E5A81}"/>
          </ac:picMkLst>
        </pc:picChg>
        <pc:picChg chg="del">
          <ac:chgData name="Olawale Abiodun Ogundeji (Dr.)" userId="S::wale@ahfid.org::bf7f3b58-5492-4b16-a9d7-34d40e1eb056" providerId="AD" clId="Web-{D76CD43F-0ED2-78F4-3CCB-732A264C2AF1}" dt="2026-02-02T00:57:51.401" v="321"/>
          <ac:picMkLst>
            <pc:docMk/>
            <pc:sldMk cId="783745987" sldId="282"/>
            <ac:picMk id="5" creationId="{3E20DCD9-53C0-1408-FC6E-14B074624168}"/>
          </ac:picMkLst>
        </pc:picChg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49:11.628" v="72" actId="20577"/>
        <pc:sldMkLst>
          <pc:docMk/>
          <pc:sldMk cId="0" sldId="257"/>
        </pc:sldMkLst>
        <pc:spChg chg="add mod">
          <ac:chgData name="Olawale Abiodun Ogundeji (Dr.)" userId="S::wale@ahfid.org::bf7f3b58-5492-4b16-a9d7-34d40e1eb056" providerId="AD" clId="Web-{DE92FAB8-5C49-5EFD-E114-E06D170F8F9C}" dt="2026-01-21T18:49:11.628" v="72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Olawale Abiodun Ogundeji (Dr.)" userId="S::wale@ahfid.org::bf7f3b58-5492-4b16-a9d7-34d40e1eb056" providerId="AD" clId="Web-{DE92FAB8-5C49-5EFD-E114-E06D170F8F9C}" dt="2026-01-21T18:56:30.222" v="166" actId="20577"/>
          <ac:spMkLst>
            <pc:docMk/>
            <pc:sldMk cId="0" sldId="259"/>
            <ac:spMk id="3" creationId="{3EDAD1F7-BB38-C95D-7ECE-AAB912129DEF}"/>
          </ac:spMkLst>
        </pc:spChg>
      </pc:sldChg>
    </pc:docChg>
  </pc:docChgLst>
  <pc:docChgLst>
    <pc:chgData name="Olawale Abiodun Ogundeji (Dr.)" userId="S::wale@ahfid.org::bf7f3b58-5492-4b16-a9d7-34d40e1eb056" providerId="AD" clId="Web-{565678B2-78D5-8B37-D6A5-16C479347E01}"/>
    <pc:docChg chg="modSld">
      <pc:chgData name="Olawale Abiodun Ogundeji (Dr.)" userId="S::wale@ahfid.org::bf7f3b58-5492-4b16-a9d7-34d40e1eb056" providerId="AD" clId="Web-{565678B2-78D5-8B37-D6A5-16C479347E01}" dt="2026-02-02T01:36:34.888" v="238" actId="1076"/>
      <pc:docMkLst>
        <pc:docMk/>
      </pc:docMkLst>
      <pc:sldChg chg="modSp">
        <pc:chgData name="Olawale Abiodun Ogundeji (Dr.)" userId="S::wale@ahfid.org::bf7f3b58-5492-4b16-a9d7-34d40e1eb056" providerId="AD" clId="Web-{565678B2-78D5-8B37-D6A5-16C479347E01}" dt="2026-02-02T01:12:10.199" v="18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565678B2-78D5-8B37-D6A5-16C479347E01}" dt="2026-02-02T01:12:10.199" v="18" actId="20577"/>
          <ac:spMkLst>
            <pc:docMk/>
            <pc:sldMk cId="0" sldId="257"/>
            <ac:spMk id="2" creationId="{BE2B3819-4614-B9CE-1BC0-103FC835317D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11:38.104" v="10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14:20.061" v="37" actId="1076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565678B2-78D5-8B37-D6A5-16C479347E01}" dt="2026-02-02T01:12:50.934" v="22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14:20.061" v="37" actId="1076"/>
          <ac:spMkLst>
            <pc:docMk/>
            <pc:sldMk cId="0" sldId="259"/>
            <ac:spMk id="4" creationId="{AB6FD9B8-82F3-3021-C31F-6B268285D27A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22:49.677" v="125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565678B2-78D5-8B37-D6A5-16C479347E01}" dt="2026-02-02T01:22:49.677" v="125" actId="20577"/>
          <ac:spMkLst>
            <pc:docMk/>
            <pc:sldMk cId="0" sldId="260"/>
            <ac:spMk id="2" creationId="{B1A728A4-1BED-24F4-D309-A8511A4D5D03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21:00.276" v="98" actId="20577"/>
          <ac:spMkLst>
            <pc:docMk/>
            <pc:sldMk cId="0" sldId="260"/>
            <ac:spMk id="3" creationId="{E027D56F-6A20-5C99-E8DE-9713F5C3E7A4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31:06.086" v="175" actId="20577"/>
        <pc:sldMkLst>
          <pc:docMk/>
          <pc:sldMk cId="0" sldId="261"/>
        </pc:sldMkLst>
        <pc:spChg chg="mod">
          <ac:chgData name="Olawale Abiodun Ogundeji (Dr.)" userId="S::wale@ahfid.org::bf7f3b58-5492-4b16-a9d7-34d40e1eb056" providerId="AD" clId="Web-{565678B2-78D5-8B37-D6A5-16C479347E01}" dt="2026-02-02T01:31:06.086" v="175" actId="20577"/>
          <ac:spMkLst>
            <pc:docMk/>
            <pc:sldMk cId="0" sldId="261"/>
            <ac:spMk id="2" creationId="{0F13373F-D11C-73BA-57B3-7DFEAF0DEFB8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28:40.114" v="147" actId="20577"/>
          <ac:spMkLst>
            <pc:docMk/>
            <pc:sldMk cId="0" sldId="261"/>
            <ac:spMk id="3" creationId="{A3B888E1-21A9-92DA-0EF7-71449DF77B72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34:31.168" v="199" actId="20577"/>
        <pc:sldMkLst>
          <pc:docMk/>
          <pc:sldMk cId="0" sldId="262"/>
        </pc:sldMkLst>
        <pc:spChg chg="mod">
          <ac:chgData name="Olawale Abiodun Ogundeji (Dr.)" userId="S::wale@ahfid.org::bf7f3b58-5492-4b16-a9d7-34d40e1eb056" providerId="AD" clId="Web-{565678B2-78D5-8B37-D6A5-16C479347E01}" dt="2026-02-02T01:34:31.168" v="199" actId="20577"/>
          <ac:spMkLst>
            <pc:docMk/>
            <pc:sldMk cId="0" sldId="262"/>
            <ac:spMk id="6" creationId="{6B089900-F8A2-1144-7F84-08DC01145F5F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33:23.417" v="192" actId="1076"/>
          <ac:spMkLst>
            <pc:docMk/>
            <pc:sldMk cId="0" sldId="262"/>
            <ac:spMk id="8" creationId="{EC26E171-C9D1-A3EC-8592-89D1C524EE38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16:48.440" v="76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565678B2-78D5-8B37-D6A5-16C479347E01}" dt="2026-02-02T01:15:44.142" v="47" actId="20577"/>
          <ac:spMkLst>
            <pc:docMk/>
            <pc:sldMk cId="316734042" sldId="279"/>
            <ac:spMk id="3" creationId="{CE12020B-B16B-503A-3FCF-44BFBD11530F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16:48.440" v="76" actId="20577"/>
          <ac:spMkLst>
            <pc:docMk/>
            <pc:sldMk cId="316734042" sldId="279"/>
            <ac:spMk id="4" creationId="{9C2DB3CF-0B11-990E-BE46-3AA230D859A1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19:15.582" v="95" actId="1076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565678B2-78D5-8B37-D6A5-16C479347E01}" dt="2026-02-02T01:18:19.363" v="81" actId="20577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19:15.582" v="95" actId="1076"/>
          <ac:spMkLst>
            <pc:docMk/>
            <pc:sldMk cId="2768235767" sldId="280"/>
            <ac:spMk id="4" creationId="{63C9C1FC-64E3-F489-ADF7-CD0AB08644BD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28:26.489" v="144" actId="20577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565678B2-78D5-8B37-D6A5-16C479347E01}" dt="2026-02-02T01:28:26.489" v="144" actId="20577"/>
          <ac:spMkLst>
            <pc:docMk/>
            <pc:sldMk cId="1066914800" sldId="281"/>
            <ac:spMk id="2" creationId="{D529ED65-5D7A-8055-EA89-2CCEDC161799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24:11.354" v="128" actId="20577"/>
          <ac:spMkLst>
            <pc:docMk/>
            <pc:sldMk cId="1066914800" sldId="281"/>
            <ac:spMk id="3" creationId="{88527B40-5BC3-62B0-3743-ECEA138D473F}"/>
          </ac:spMkLst>
        </pc:spChg>
      </pc:sldChg>
      <pc:sldChg chg="modSp">
        <pc:chgData name="Olawale Abiodun Ogundeji (Dr.)" userId="S::wale@ahfid.org::bf7f3b58-5492-4b16-a9d7-34d40e1eb056" providerId="AD" clId="Web-{565678B2-78D5-8B37-D6A5-16C479347E01}" dt="2026-02-02T01:36:34.888" v="238" actId="1076"/>
        <pc:sldMkLst>
          <pc:docMk/>
          <pc:sldMk cId="783745987" sldId="282"/>
        </pc:sldMkLst>
        <pc:spChg chg="mod">
          <ac:chgData name="Olawale Abiodun Ogundeji (Dr.)" userId="S::wale@ahfid.org::bf7f3b58-5492-4b16-a9d7-34d40e1eb056" providerId="AD" clId="Web-{565678B2-78D5-8B37-D6A5-16C479347E01}" dt="2026-02-02T01:34:37.090" v="202" actId="20577"/>
          <ac:spMkLst>
            <pc:docMk/>
            <pc:sldMk cId="783745987" sldId="282"/>
            <ac:spMk id="3" creationId="{FAD43A78-BCDA-6114-35E0-08C68F17DF33}"/>
          </ac:spMkLst>
        </pc:spChg>
        <pc:spChg chg="mod">
          <ac:chgData name="Olawale Abiodun Ogundeji (Dr.)" userId="S::wale@ahfid.org::bf7f3b58-5492-4b16-a9d7-34d40e1eb056" providerId="AD" clId="Web-{565678B2-78D5-8B37-D6A5-16C479347E01}" dt="2026-02-02T01:36:34.888" v="238" actId="1076"/>
          <ac:spMkLst>
            <pc:docMk/>
            <pc:sldMk cId="783745987" sldId="282"/>
            <ac:spMk id="4" creationId="{86BC29E0-FF15-95A1-6BC5-2980578799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565-873E-A1B4-D807-A7923D59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753C-CB98-F3D8-3EB6-D5D12A01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2AF49-BE10-EFCB-802C-E538C850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A0D9-4993-8AA3-C261-C73D1259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2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1A636-E70D-E210-F2FB-993CA5152805}"/>
              </a:ext>
            </a:extLst>
          </p:cNvPr>
          <p:cNvSpPr txBox="1"/>
          <p:nvPr/>
        </p:nvSpPr>
        <p:spPr>
          <a:xfrm>
            <a:off x="715818" y="1373908"/>
            <a:ext cx="107834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Human-</a:t>
            </a:r>
            <a:r>
              <a:rPr lang="en-GB" sz="4000" dirty="0" err="1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Centered</a:t>
            </a:r>
            <a:r>
              <a:rPr lang="en-GB" sz="4000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Design for AI</a:t>
            </a:r>
            <a:endParaRPr lang="en-US" sz="400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2B3819-4614-B9CE-1BC0-103FC835317D}"/>
              </a:ext>
            </a:extLst>
          </p:cNvPr>
          <p:cNvSpPr txBox="1"/>
          <p:nvPr/>
        </p:nvSpPr>
        <p:spPr>
          <a:xfrm>
            <a:off x="1985818" y="2782454"/>
            <a:ext cx="878609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3600" dirty="0">
              <a:latin typeface="Times New Roman"/>
              <a:cs typeface="Times New Roman"/>
            </a:endParaRPr>
          </a:p>
          <a:p>
            <a:pPr algn="ctr"/>
            <a:r>
              <a:rPr lang="en-GB" sz="3600" b="1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Target outcome:</a:t>
            </a:r>
            <a:br>
              <a:rPr lang="en-GB" sz="3600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</a:br>
            <a:r>
              <a:rPr lang="en-GB" sz="3600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 Participants stop building solutions for themselves and start designing for humans.</a:t>
            </a:r>
          </a:p>
          <a:p>
            <a:pPr algn="ctr"/>
            <a:endParaRPr lang="en-GB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AD1F7-BB38-C95D-7ECE-AAB912129DEF}"/>
              </a:ext>
            </a:extLst>
          </p:cNvPr>
          <p:cNvSpPr txBox="1"/>
          <p:nvPr/>
        </p:nvSpPr>
        <p:spPr>
          <a:xfrm>
            <a:off x="631658" y="600363"/>
            <a:ext cx="92840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solidFill>
                  <a:srgbClr val="03807F"/>
                </a:solidFill>
                <a:latin typeface="Times New Roman"/>
                <a:ea typeface="+mn-lt"/>
                <a:cs typeface="+mn-lt"/>
              </a:rPr>
              <a:t>What is HCD for AI?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FD9B8-82F3-3021-C31F-6B268285D27A}"/>
              </a:ext>
            </a:extLst>
          </p:cNvPr>
          <p:cNvSpPr txBox="1"/>
          <p:nvPr/>
        </p:nvSpPr>
        <p:spPr>
          <a:xfrm>
            <a:off x="582688" y="1311490"/>
            <a:ext cx="11029806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Definition: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A framework that ensures AI solutions are grounded in human needs rather than just technical possibilities.</a:t>
            </a:r>
            <a:endParaRPr lang="en-US" sz="28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The Goal: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Moving from "What </a:t>
            </a:r>
            <a:r>
              <a:rPr lang="en-US" sz="2800" i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can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we build with this data?" to "What </a:t>
            </a:r>
            <a:r>
              <a:rPr lang="en-US" sz="2800" i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should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we build for this person?"</a:t>
            </a:r>
            <a:endParaRPr lang="en-US" sz="28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The HCD Loop:</a:t>
            </a:r>
            <a:endParaRPr lang="en-US" sz="2800">
              <a:latin typeface="Times New Roman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Empathize: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Research user experiences. 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Define: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Identify the core problem.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Ideate: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Brainstorm AI and non-AI solutions.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Prototype: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Build low-fidelity versions.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8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Test:</a:t>
            </a:r>
            <a:r>
              <a:rPr lang="en-US" sz="28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Get feedback and iterate.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endParaRPr lang="en-US" sz="2800" b="1" dirty="0">
              <a:highlight>
                <a:srgbClr val="FFFFFF"/>
              </a:highlight>
              <a:latin typeface="Times New Roman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2020B-B16B-503A-3FCF-44BFBD11530F}"/>
              </a:ext>
            </a:extLst>
          </p:cNvPr>
          <p:cNvSpPr txBox="1"/>
          <p:nvPr/>
        </p:nvSpPr>
        <p:spPr>
          <a:xfrm>
            <a:off x="631658" y="600363"/>
            <a:ext cx="92840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+mn-lt"/>
                <a:cs typeface="+mn-lt"/>
              </a:rPr>
              <a:t>Needs vs. Capabilities</a:t>
            </a:r>
            <a:endParaRPr lang="en-US" sz="400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DB3CF-0B11-990E-BE46-3AA230D859A1}"/>
              </a:ext>
            </a:extLst>
          </p:cNvPr>
          <p:cNvSpPr txBox="1"/>
          <p:nvPr/>
        </p:nvSpPr>
        <p:spPr>
          <a:xfrm>
            <a:off x="391584" y="1570181"/>
            <a:ext cx="1119716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GB" sz="3500" b="1" dirty="0">
                <a:latin typeface="Times New Roman"/>
                <a:ea typeface="+mn-lt"/>
                <a:cs typeface="+mn-lt"/>
              </a:rPr>
              <a:t>Technical Capability: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Can we predict churn with 95% accuracy? (The "Math" side).</a:t>
            </a:r>
          </a:p>
          <a:p>
            <a:pPr marL="457200" indent="-457200">
              <a:buFont typeface="Arial"/>
              <a:buChar char="•"/>
            </a:pPr>
            <a:r>
              <a:rPr lang="en-GB" sz="3500" b="1" dirty="0">
                <a:latin typeface="Times New Roman"/>
                <a:ea typeface="+mn-lt"/>
                <a:cs typeface="+mn-lt"/>
              </a:rPr>
              <a:t>User Need: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Does the account manager know </a:t>
            </a:r>
            <a:r>
              <a:rPr lang="en-GB" sz="3500" i="1" dirty="0">
                <a:latin typeface="Times New Roman"/>
                <a:ea typeface="+mn-lt"/>
                <a:cs typeface="+mn-lt"/>
              </a:rPr>
              <a:t>why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the customer is leaving and </a:t>
            </a:r>
            <a:r>
              <a:rPr lang="en-GB" sz="3500" i="1" dirty="0">
                <a:latin typeface="Times New Roman"/>
                <a:ea typeface="+mn-lt"/>
                <a:cs typeface="+mn-lt"/>
              </a:rPr>
              <a:t>how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to talk to them? (The "Human" side).</a:t>
            </a:r>
          </a:p>
          <a:p>
            <a:pPr marL="457200" indent="-457200">
              <a:buFont typeface="Arial"/>
              <a:buChar char="•"/>
            </a:pPr>
            <a:r>
              <a:rPr lang="en-GB" sz="3500" b="1" dirty="0">
                <a:latin typeface="Times New Roman"/>
                <a:ea typeface="+mn-lt"/>
                <a:cs typeface="+mn-lt"/>
              </a:rPr>
              <a:t>The Sweet Spot: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Innovation happens at the intersection of </a:t>
            </a:r>
            <a:r>
              <a:rPr lang="en-GB" sz="3500" b="1" dirty="0">
                <a:latin typeface="Times New Roman"/>
                <a:ea typeface="+mn-lt"/>
                <a:cs typeface="+mn-lt"/>
              </a:rPr>
              <a:t>Desirability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(User), </a:t>
            </a:r>
            <a:r>
              <a:rPr lang="en-GB" sz="3500" b="1" dirty="0">
                <a:latin typeface="Times New Roman"/>
                <a:ea typeface="+mn-lt"/>
                <a:cs typeface="+mn-lt"/>
              </a:rPr>
              <a:t>Feasibility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(Tech), and </a:t>
            </a:r>
            <a:r>
              <a:rPr lang="en-GB" sz="3500" b="1" dirty="0">
                <a:latin typeface="Times New Roman"/>
                <a:ea typeface="+mn-lt"/>
                <a:cs typeface="+mn-lt"/>
              </a:rPr>
              <a:t>Viability</a:t>
            </a:r>
            <a:r>
              <a:rPr lang="en-GB" sz="3500" dirty="0">
                <a:latin typeface="Times New Roman"/>
                <a:ea typeface="+mn-lt"/>
                <a:cs typeface="+mn-lt"/>
              </a:rPr>
              <a:t> (Business).</a:t>
            </a:r>
            <a:endParaRPr lang="en-GB" sz="3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3177-6E79-9DDD-7DAC-FF3CEBD6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7FBB-5B51-1FEB-2824-DD5E41F4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B4ED2-C158-4234-8FAA-211AA047B098}"/>
              </a:ext>
            </a:extLst>
          </p:cNvPr>
          <p:cNvSpPr txBox="1"/>
          <p:nvPr/>
        </p:nvSpPr>
        <p:spPr>
          <a:xfrm>
            <a:off x="1397001" y="299573"/>
            <a:ext cx="887966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chemeClr val="accent3">
                    <a:lumMod val="76000"/>
                  </a:schemeClr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User Research Fundamentals</a:t>
            </a:r>
            <a:endParaRPr lang="en-US" sz="4000" b="1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9C1FC-64E3-F489-ADF7-CD0AB08644BD}"/>
              </a:ext>
            </a:extLst>
          </p:cNvPr>
          <p:cNvSpPr txBox="1"/>
          <p:nvPr/>
        </p:nvSpPr>
        <p:spPr>
          <a:xfrm>
            <a:off x="638848" y="1367173"/>
            <a:ext cx="1057948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GB" sz="3600" b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Interviews:</a:t>
            </a:r>
            <a:r>
              <a:rPr lang="en-GB" sz="360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Ask "Why?" to uncover underlying motivations. Avoid leading questions.</a:t>
            </a:r>
            <a:endParaRPr lang="en-US" sz="360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3600" b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Observations (Contextual Inquiry):</a:t>
            </a:r>
            <a:r>
              <a:rPr lang="en-GB" sz="360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Watch how users currently solve the problem. Often, they have "hacks" that reveal more than their words do.</a:t>
            </a:r>
            <a:endParaRPr lang="en-GB" sz="3600">
              <a:latin typeface="Times New Roman"/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GB" sz="3600" b="1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Key Tip:</a:t>
            </a:r>
            <a:r>
              <a:rPr lang="en-GB" sz="36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Look for "Extreme Users"—those who use your tool </a:t>
            </a:r>
            <a:r>
              <a:rPr lang="en-GB" sz="360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 ways you didn't intend.</a:t>
            </a:r>
            <a:endParaRPr lang="en-GB" sz="360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2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7D56F-6A20-5C99-E8DE-9713F5C3E7A4}"/>
              </a:ext>
            </a:extLst>
          </p:cNvPr>
          <p:cNvSpPr txBox="1"/>
          <p:nvPr/>
        </p:nvSpPr>
        <p:spPr>
          <a:xfrm>
            <a:off x="168290" y="151852"/>
            <a:ext cx="102261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Personas &amp; Journey Maps</a:t>
            </a:r>
            <a:endParaRPr lang="en-US" sz="400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A728A4-1BED-24F4-D309-A8511A4D5D03}"/>
              </a:ext>
            </a:extLst>
          </p:cNvPr>
          <p:cNvSpPr txBox="1"/>
          <p:nvPr/>
        </p:nvSpPr>
        <p:spPr>
          <a:xfrm>
            <a:off x="773546" y="1334462"/>
            <a:ext cx="10499627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User Personas: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Not just a bio, but a set of </a:t>
            </a:r>
            <a:r>
              <a:rPr lang="en-GB" sz="3200" b="1" dirty="0">
                <a:latin typeface="Times New Roman"/>
                <a:ea typeface="+mn-lt"/>
                <a:cs typeface="+mn-lt"/>
              </a:rPr>
              <a:t>behaviours, goals, and pain points</a:t>
            </a:r>
            <a:r>
              <a:rPr lang="en-GB" sz="3200" dirty="0">
                <a:latin typeface="Times New Roman"/>
                <a:ea typeface="+mn-lt"/>
                <a:cs typeface="+mn-lt"/>
              </a:rPr>
              <a:t>.</a:t>
            </a:r>
            <a:endParaRPr lang="en-US" sz="3200" dirty="0">
              <a:latin typeface="Times New Roman"/>
              <a:ea typeface="+mn-lt"/>
              <a:cs typeface="Times New Roman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en-GB" sz="3200" i="1" dirty="0">
                <a:latin typeface="Times New Roman"/>
                <a:ea typeface="+mn-lt"/>
                <a:cs typeface="+mn-lt"/>
              </a:rPr>
              <a:t>Example: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"Data-Overwhelmed David" needs summaries, not raw tables.</a:t>
            </a:r>
            <a:endParaRPr lang="en-US" sz="3200" dirty="0">
              <a:latin typeface="Times New Roman"/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Journey Mapping: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Visualising the process a user goes through to accomplish a goal.</a:t>
            </a:r>
          </a:p>
          <a:p>
            <a:pPr marL="800100" lvl="1" indent="-342900" algn="just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Identify the </a:t>
            </a:r>
            <a:r>
              <a:rPr lang="en-GB" sz="3200" b="1" dirty="0">
                <a:latin typeface="Times New Roman"/>
                <a:ea typeface="+mn-lt"/>
                <a:cs typeface="+mn-lt"/>
              </a:rPr>
              <a:t>"Moan Moments"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(Pain points) where AI can provide the most relief.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8DA9-4A85-74EA-7780-58C5C112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CA03B4A-ED8C-EEEE-C9BE-1EA050DB89BA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27B40-5BC3-62B0-3743-ECEA138D473F}"/>
              </a:ext>
            </a:extLst>
          </p:cNvPr>
          <p:cNvSpPr txBox="1"/>
          <p:nvPr/>
        </p:nvSpPr>
        <p:spPr>
          <a:xfrm>
            <a:off x="168290" y="151852"/>
            <a:ext cx="1022614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Ethical Design &amp; Responsibility</a:t>
            </a:r>
            <a:endParaRPr lang="en-US" sz="400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29ED65-5D7A-8055-EA89-2CCEDC161799}"/>
              </a:ext>
            </a:extLst>
          </p:cNvPr>
          <p:cNvSpPr txBox="1"/>
          <p:nvPr/>
        </p:nvSpPr>
        <p:spPr>
          <a:xfrm>
            <a:off x="335781" y="1168015"/>
            <a:ext cx="11474255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Accessibility: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Is the AI output readable for those with visual impairments?</a:t>
            </a:r>
            <a:endParaRPr lang="en-US" sz="32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Inclusivity: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Does the training data represent all user demographics fairly?</a:t>
            </a:r>
            <a:endParaRPr lang="en-GB" sz="32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Cultural Sensitivity: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Does the AI's tone or recommendation make sense in a global context?</a:t>
            </a:r>
            <a:endParaRPr lang="en-GB" sz="32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Transparency: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Can the user understand </a:t>
            </a:r>
            <a:r>
              <a:rPr lang="en-GB" sz="3200" i="1" dirty="0">
                <a:latin typeface="Times New Roman"/>
                <a:ea typeface="+mn-lt"/>
                <a:cs typeface="+mn-lt"/>
              </a:rPr>
              <a:t>why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the AI made a specific suggestion? (Explainable AI).</a:t>
            </a:r>
            <a:endParaRPr lang="en-GB" sz="3200" dirty="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endParaRPr lang="en-GB" sz="3200" dirty="0">
              <a:latin typeface="Times New Roman"/>
              <a:cs typeface="Times New Roman"/>
            </a:endParaRPr>
          </a:p>
          <a:p>
            <a:pPr marL="571500" indent="-571500" algn="l">
              <a:buFont typeface="Arial"/>
              <a:buChar char="•"/>
            </a:pPr>
            <a:endParaRPr lang="en-GB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691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1" y="912944"/>
            <a:ext cx="6888960" cy="520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888E1-21A9-92DA-0EF7-71449DF77B72}"/>
              </a:ext>
            </a:extLst>
          </p:cNvPr>
          <p:cNvSpPr txBox="1"/>
          <p:nvPr/>
        </p:nvSpPr>
        <p:spPr>
          <a:xfrm>
            <a:off x="348711" y="245389"/>
            <a:ext cx="995766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Workshop: Rapid HCD Lab</a:t>
            </a:r>
            <a:endParaRPr lang="en-US" dirty="0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3373F-D11C-73BA-57B3-7DFEAF0DEFB8}"/>
              </a:ext>
            </a:extLst>
          </p:cNvPr>
          <p:cNvSpPr txBox="1"/>
          <p:nvPr/>
        </p:nvSpPr>
        <p:spPr>
          <a:xfrm>
            <a:off x="542635" y="1362363"/>
            <a:ext cx="1064490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latin typeface="Times New Roman"/>
                <a:cs typeface="Times New Roman"/>
              </a:rPr>
              <a:t>Activity 1: Rapid Research (10 Mins)</a:t>
            </a:r>
            <a:endParaRPr lang="en-US" sz="3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Task: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Pair up. One person is the "User," the other is the "Researcher."</a:t>
            </a:r>
          </a:p>
          <a:p>
            <a:pPr marL="457200" indent="-4572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Goal: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Interview your partner about the problem your AI project aims to solve.</a:t>
            </a:r>
            <a:endParaRPr lang="en-GB" sz="3200" dirty="0">
              <a:latin typeface="Times New Roman"/>
              <a:ea typeface="+mn-lt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Ask: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"Tell me about the last time you dealt with [Problem]. What was the hardest part? Why?"</a:t>
            </a:r>
            <a:endParaRPr lang="en-GB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1" y="788608"/>
            <a:ext cx="6888960" cy="572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89900-F8A2-1144-7F84-08DC01145F5F}"/>
              </a:ext>
            </a:extLst>
          </p:cNvPr>
          <p:cNvSpPr txBox="1"/>
          <p:nvPr/>
        </p:nvSpPr>
        <p:spPr>
          <a:xfrm>
            <a:off x="1173787" y="214553"/>
            <a:ext cx="85205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latin typeface="Neue Haas Grotesk Text Pro"/>
                <a:cs typeface="Times New Roman"/>
              </a:rPr>
              <a:t>Workshop: Rapid HCD Lab</a:t>
            </a:r>
            <a:endParaRPr lang="en-GB" sz="4000" dirty="0">
              <a:solidFill>
                <a:srgbClr val="000000"/>
              </a:solidFill>
              <a:latin typeface="Neue Haas Grotesk Text Pro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6E171-C9D1-A3EC-8592-89D1C524EE38}"/>
              </a:ext>
            </a:extLst>
          </p:cNvPr>
          <p:cNvSpPr txBox="1"/>
          <p:nvPr/>
        </p:nvSpPr>
        <p:spPr>
          <a:xfrm>
            <a:off x="700423" y="1717385"/>
            <a:ext cx="10303356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Activity 2: Persona &amp; Journey Map (15 Mins)</a:t>
            </a:r>
            <a:endParaRPr lang="en-US" b="1" dirty="0">
              <a:latin typeface="Neue Haas Grotesk Text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Create a Persona:</a:t>
            </a:r>
            <a:r>
              <a:rPr lang="en-GB" sz="2000" dirty="0">
                <a:ea typeface="+mn-lt"/>
                <a:cs typeface="+mn-lt"/>
              </a:rPr>
              <a:t> Give them a name, a primary goal, and their biggest frustration with current tech.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Map the Journey:</a:t>
            </a:r>
            <a:r>
              <a:rPr lang="en-GB" sz="2000" dirty="0">
                <a:ea typeface="+mn-lt"/>
                <a:cs typeface="+mn-lt"/>
              </a:rPr>
              <a:t> List the 4–5 steps they take now.</a:t>
            </a:r>
            <a:endParaRPr lang="en-GB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Identify Pain Points:</a:t>
            </a:r>
            <a:r>
              <a:rPr lang="en-GB" sz="2000" dirty="0">
                <a:ea typeface="+mn-lt"/>
                <a:cs typeface="+mn-lt"/>
              </a:rPr>
              <a:t> Use a red pen to circle where they get stuck or frustrated.</a:t>
            </a:r>
            <a:endParaRPr lang="en-GB" dirty="0">
              <a:ea typeface="+mn-lt"/>
              <a:cs typeface="+mn-lt"/>
            </a:endParaRPr>
          </a:p>
          <a:p>
            <a:endParaRPr lang="en-GB" sz="2000" dirty="0">
              <a:latin typeface="Neue Haas Grotesk Text Pro"/>
              <a:cs typeface="Times New Roman"/>
            </a:endParaRPr>
          </a:p>
          <a:p>
            <a:r>
              <a:rPr lang="en-GB" b="1"/>
              <a:t>Activity 3: AI Opportunity Identification (10 Mins)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Task:</a:t>
            </a:r>
            <a:r>
              <a:rPr lang="en-GB" sz="2000" dirty="0">
                <a:ea typeface="+mn-lt"/>
                <a:cs typeface="+mn-lt"/>
              </a:rPr>
              <a:t> Brainstorm 3 AI features that directly address the red circles on your </a:t>
            </a:r>
            <a:r>
              <a:rPr lang="en-GB" sz="2000">
                <a:ea typeface="+mn-lt"/>
                <a:cs typeface="+mn-lt"/>
              </a:rPr>
              <a:t>map.</a:t>
            </a:r>
            <a:endParaRPr lang="en-GB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2000" i="1">
                <a:ea typeface="+mn-lt"/>
                <a:cs typeface="+mn-lt"/>
              </a:rPr>
              <a:t>Example:</a:t>
            </a:r>
            <a:r>
              <a:rPr lang="en-GB" sz="2000" dirty="0">
                <a:ea typeface="+mn-lt"/>
                <a:cs typeface="+mn-lt"/>
              </a:rPr>
              <a:t> Instead of "A Dashboard," maybe the solution is "An AI alert that triggers when [X] happens."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sz="2000" b="1" dirty="0">
                <a:ea typeface="+mn-lt"/>
                <a:cs typeface="+mn-lt"/>
              </a:rPr>
              <a:t>Filter:</a:t>
            </a:r>
            <a:r>
              <a:rPr lang="en-GB" sz="2000" dirty="0">
                <a:ea typeface="+mn-lt"/>
                <a:cs typeface="+mn-lt"/>
              </a:rPr>
              <a:t> Choose the one that balances user impact with your current technical data.</a:t>
            </a:r>
            <a:endParaRPr lang="en-GB" dirty="0"/>
          </a:p>
          <a:p>
            <a:pPr marL="342900" indent="-342900">
              <a:buFont typeface="Arial"/>
              <a:buChar char="•"/>
            </a:pPr>
            <a:endParaRPr lang="en-GB" sz="2000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5CC7-5345-EDAB-9E79-0D516DB8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9DC2A6-BE95-97DE-82F2-DF1503BB784F}"/>
              </a:ext>
            </a:extLst>
          </p:cNvPr>
          <p:cNvSpPr txBox="1"/>
          <p:nvPr/>
        </p:nvSpPr>
        <p:spPr>
          <a:xfrm>
            <a:off x="958509" y="118833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43A78-BCDA-6114-35E0-08C68F17DF33}"/>
              </a:ext>
            </a:extLst>
          </p:cNvPr>
          <p:cNvSpPr txBox="1"/>
          <p:nvPr/>
        </p:nvSpPr>
        <p:spPr>
          <a:xfrm>
            <a:off x="951457" y="278852"/>
            <a:ext cx="930539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latin typeface="Neue Haas Grotesk Text Pro"/>
                <a:cs typeface="Times New Roman"/>
              </a:rPr>
              <a:t>Workshop: Rapid HCD Lab</a:t>
            </a:r>
          </a:p>
          <a:p>
            <a:pPr algn="ctr"/>
            <a:endParaRPr lang="en-GB" sz="3200" b="1" dirty="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C29E0-FF15-95A1-6BC5-298057879904}"/>
              </a:ext>
            </a:extLst>
          </p:cNvPr>
          <p:cNvSpPr txBox="1"/>
          <p:nvPr/>
        </p:nvSpPr>
        <p:spPr>
          <a:xfrm>
            <a:off x="658091" y="1576915"/>
            <a:ext cx="1086427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latin typeface="Times New Roman"/>
                <a:cs typeface="Times New Roman"/>
              </a:rPr>
              <a:t>Sharing &amp; Feedback </a:t>
            </a:r>
            <a:endParaRPr lang="en-GB" sz="3200" b="1" dirty="0">
              <a:latin typeface="Times New Roman"/>
              <a:ea typeface="+mn-lt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The Pitch: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</a:t>
            </a:r>
            <a:endParaRPr lang="en-GB" sz="3200">
              <a:latin typeface="Times New Roman"/>
              <a:ea typeface="+mn-lt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Present your persona and their journey to another pair.</a:t>
            </a:r>
            <a:endParaRPr lang="en-GB" sz="3200">
              <a:latin typeface="Times New Roman"/>
              <a:ea typeface="+mn-lt"/>
              <a:cs typeface="Times New Roman"/>
            </a:endParaRPr>
          </a:p>
          <a:p>
            <a:pPr lvl="1"/>
            <a:endParaRPr lang="en-GB" sz="3200" dirty="0">
              <a:latin typeface="Times New Roman"/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GB" sz="3200" b="1" dirty="0">
                <a:latin typeface="Times New Roman"/>
                <a:ea typeface="+mn-lt"/>
                <a:cs typeface="+mn-lt"/>
              </a:rPr>
              <a:t>Constraint:</a:t>
            </a:r>
            <a:r>
              <a:rPr lang="en-GB" sz="3200" dirty="0">
                <a:latin typeface="Times New Roman"/>
                <a:ea typeface="+mn-lt"/>
                <a:cs typeface="+mn-lt"/>
              </a:rPr>
              <a:t> You have 60 seconds to explain: </a:t>
            </a:r>
            <a:endParaRPr lang="en-GB" sz="3200" dirty="0">
              <a:latin typeface="Times New Roman"/>
              <a:ea typeface="+mn-lt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Who is this for?</a:t>
            </a:r>
            <a:endParaRPr lang="en-GB" sz="3200" dirty="0">
              <a:latin typeface="Times New Roman"/>
              <a:ea typeface="+mn-lt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What is their pain? and </a:t>
            </a:r>
            <a:endParaRPr lang="en-GB" sz="3200" dirty="0">
              <a:latin typeface="Times New Roman"/>
              <a:ea typeface="+mn-lt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200" dirty="0">
                <a:latin typeface="Times New Roman"/>
                <a:ea typeface="+mn-lt"/>
                <a:cs typeface="+mn-lt"/>
              </a:rPr>
              <a:t>How does your AI heal it?</a:t>
            </a:r>
            <a:endParaRPr lang="en-GB" sz="3200" dirty="0">
              <a:latin typeface="Times New Roman"/>
              <a:cs typeface="Times New Roman"/>
            </a:endParaRPr>
          </a:p>
          <a:p>
            <a:pPr marL="285750" indent="-285750" algn="l">
              <a:buFont typeface="Arial"/>
              <a:buChar char="•"/>
            </a:pPr>
            <a:endParaRPr lang="en-GB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3745987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4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PunchcardVTI</vt:lpstr>
      <vt:lpstr>PowerPoint Presentation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lastModifiedBy>Tolulope Kehinde</cp:lastModifiedBy>
  <cp:revision>1331</cp:revision>
  <dcterms:created xsi:type="dcterms:W3CDTF">2025-11-05T12:47:00Z</dcterms:created>
  <dcterms:modified xsi:type="dcterms:W3CDTF">2026-02-02T01:36:53Z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