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9" r:id="rId4"/>
    <p:sldId id="280" r:id="rId5"/>
    <p:sldId id="260" r:id="rId6"/>
    <p:sldId id="283" r:id="rId7"/>
    <p:sldId id="281" r:id="rId8"/>
    <p:sldId id="261" r:id="rId9"/>
    <p:sldId id="28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B7EBB-3B93-961F-2D7F-837100D6AF37}" v="531" dt="2026-02-04T14:56:30.265"/>
    <p1510:client id="{2A16153A-CDF8-7803-AA46-9F215D8FEBDF}" v="786" dt="2026-02-04T15:59:26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6A001E5D-2E17-0749-652C-1A18892185FF}" dt="2026-01-28T13:04:02.086" v="0" actId="20577"/>
          <ac:spMkLst>
            <pc:docMk/>
            <pc:sldMk cId="0" sldId="257"/>
            <ac:spMk id="3" creationId="{9FC1A636-E70D-E210-F2FB-993CA5152805}"/>
          </ac:spMkLst>
        </pc:spChg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6A001E5D-2E17-0749-652C-1A18892185FF}" dt="2026-01-28T14:52:46.791" v="344" actId="20577"/>
          <ac:spMkLst>
            <pc:docMk/>
            <pc:sldMk cId="0" sldId="260"/>
            <ac:spMk id="3" creationId="{E027D56F-6A20-5C99-E8DE-9713F5C3E7A4}"/>
          </ac:spMkLst>
        </pc:spChg>
      </pc:sldChg>
      <pc:sldChg chg="modSp">
        <pc:chgData name="Olawale Abiodun Ogundeji (Dr.)" userId="S::wale@ahfid.org::bf7f3b58-5492-4b16-a9d7-34d40e1eb056" providerId="AD" clId="Web-{6A001E5D-2E17-0749-652C-1A18892185FF}" dt="2026-01-29T14:19:02.129" v="752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6A001E5D-2E17-0749-652C-1A18892185FF}" dt="2026-01-29T13:15:23.678" v="375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delSp modSp">
        <pc:chgData name="Olawale Abiodun Ogundeji (Dr.)" userId="S::wale@ahfid.org::bf7f3b58-5492-4b16-a9d7-34d40e1eb056" providerId="AD" clId="Web-{6A001E5D-2E17-0749-652C-1A18892185FF}" dt="2026-01-29T21:21:57.095" v="1117" actId="14100"/>
        <pc:sldMkLst>
          <pc:docMk/>
          <pc:sldMk cId="0" sldId="264"/>
        </pc:sldMkLst>
        <pc:spChg chg="add mod">
          <ac:chgData name="Olawale Abiodun Ogundeji (Dr.)" userId="S::wale@ahfid.org::bf7f3b58-5492-4b16-a9d7-34d40e1eb056" providerId="AD" clId="Web-{6A001E5D-2E17-0749-652C-1A18892185FF}" dt="2026-01-29T21:21:57.095" v="1117" actId="14100"/>
          <ac:spMkLst>
            <pc:docMk/>
            <pc:sldMk cId="0" sldId="264"/>
            <ac:spMk id="3" creationId="{A69D530E-CDF4-0AB8-DD55-FE9A8025841A}"/>
          </ac:spMkLst>
        </pc:spChg>
        <pc:spChg chg="add mod">
          <ac:chgData name="Olawale Abiodun Ogundeji (Dr.)" userId="S::wale@ahfid.org::bf7f3b58-5492-4b16-a9d7-34d40e1eb056" providerId="AD" clId="Web-{6A001E5D-2E17-0749-652C-1A18892185FF}" dt="2026-01-29T16:10:21.259" v="842" actId="14100"/>
          <ac:spMkLst>
            <pc:docMk/>
            <pc:sldMk cId="0" sldId="264"/>
            <ac:spMk id="4" creationId="{B440D686-DC9D-8EFF-31B9-E3E4DCD80F99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  <pc:spChg chg="add mod">
          <ac:chgData name="Olawale Abiodun Ogundeji (Dr.)" userId="S::wale@ahfid.org::bf7f3b58-5492-4b16-a9d7-34d40e1eb056" providerId="AD" clId="Web-{6A001E5D-2E17-0749-652C-1A18892185FF}" dt="2026-01-28T13:07:52.972" v="5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 add replId">
        <pc:chgData name="Olawale Abiodun Ogundeji (Dr.)" userId="S::wale@ahfid.org::bf7f3b58-5492-4b16-a9d7-34d40e1eb056" providerId="AD" clId="Web-{6A001E5D-2E17-0749-652C-1A18892185FF}" dt="2026-01-29T14:06:46.695" v="726" actId="1076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6A001E5D-2E17-0749-652C-1A18892185FF}" dt="2026-01-28T14:53:05.558" v="347" actId="20577"/>
          <ac:spMkLst>
            <pc:docMk/>
            <pc:sldMk cId="1066914800" sldId="281"/>
            <ac:spMk id="3" creationId="{88527B40-5BC3-62B0-3743-ECEA138D473F}"/>
          </ac:spMkLst>
        </pc:spChg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C4985DDB-9B9F-B747-366B-F81DE1BBA141}" dt="2026-02-02T09:45:48.733" v="50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C4985DDB-9B9F-B747-366B-F81DE1BBA141}" dt="2026-02-02T09:50:12.088" v="103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C4985DDB-9B9F-B747-366B-F81DE1BBA141}" dt="2026-02-02T09:50:03.023" v="100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C4985DDB-9B9F-B747-366B-F81DE1BBA141}" dt="2026-02-02T09:52:36.433" v="119" actId="14100"/>
          <ac:spMkLst>
            <pc:docMk/>
            <pc:sldMk cId="316734042" sldId="279"/>
            <ac:spMk id="3" creationId="{CE12020B-B16B-503A-3FCF-44BFBD11530F}"/>
          </ac:spMkLst>
        </pc:spChg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914E8DD-0A47-7831-CE6F-235AEF630E52}" dt="2026-01-27T16:19:59.943" v="83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914E8DD-0A47-7831-CE6F-235AEF630E52}" dt="2026-01-28T09:54:14.021" v="496" actId="20577"/>
          <ac:spMkLst>
            <pc:docMk/>
            <pc:sldMk cId="0" sldId="259"/>
            <ac:spMk id="3" creationId="{3EDAD1F7-BB38-C95D-7ECE-AAB912129DEF}"/>
          </ac:spMkLst>
        </pc:spChg>
        <pc:spChg chg="add mod">
          <ac:chgData name="Olawale Abiodun Ogundeji (Dr.)" userId="S::wale@ahfid.org::bf7f3b58-5492-4b16-a9d7-34d40e1eb056" providerId="AD" clId="Web-{1914E8DD-0A47-7831-CE6F-235AEF630E52}" dt="2026-01-28T09:54:02.113" v="494" actId="14100"/>
          <ac:spMkLst>
            <pc:docMk/>
            <pc:sldMk cId="0" sldId="259"/>
            <ac:spMk id="4" creationId="{AB6FD9B8-82F3-3021-C31F-6B268285D27A}"/>
          </ac:spMkLst>
        </pc:spChg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  <pc:spChg chg="add del mod">
          <ac:chgData name="Olawale Abiodun Ogundeji (Dr.)" userId="S::wale@ahfid.org::bf7f3b58-5492-4b16-a9d7-34d40e1eb056" providerId="AD" clId="Web-{1914E8DD-0A47-7831-CE6F-235AEF630E52}" dt="2026-01-27T17:16:43.650" v="97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">
        <pc:chgData name="Olawale Abiodun Ogundeji (Dr.)" userId="S::wale@ahfid.org::bf7f3b58-5492-4b16-a9d7-34d40e1eb056" providerId="AD" clId="Web-{1914E8DD-0A47-7831-CE6F-235AEF630E52}" dt="2026-01-27T17:42:58.609" v="410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1914E8DD-0A47-7831-CE6F-235AEF630E52}" dt="2026-01-27T17:38:14.197" v="327" actId="20577"/>
          <ac:spMkLst>
            <pc:docMk/>
            <pc:sldMk cId="0" sldId="261"/>
            <ac:spMk id="3" creationId="{A3B888E1-21A9-92DA-0EF7-71449DF77B72}"/>
          </ac:spMkLst>
        </pc:spChg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914E8DD-0A47-7831-CE6F-235AEF630E52}" dt="2026-01-28T10:24:33.510" v="529" actId="14100"/>
          <ac:spMkLst>
            <pc:docMk/>
            <pc:sldMk cId="2768235767" sldId="280"/>
            <ac:spMk id="3" creationId="{330B4ED2-C158-4234-8FAA-211AA047B098}"/>
          </ac:spMkLst>
        </pc:spChg>
      </pc:sldChg>
    </pc:docChg>
  </pc:docChgLst>
  <pc:docChgLst>
    <pc:chgData name="Olawale Abiodun Ogundeji (Dr.)" userId="S::wale@ahfid.org::bf7f3b58-5492-4b16-a9d7-34d40e1eb056" providerId="AD" clId="Web-{1F7B7EBB-3B93-961F-2D7F-837100D6AF37}"/>
    <pc:docChg chg="addSld delSld modSld">
      <pc:chgData name="Olawale Abiodun Ogundeji (Dr.)" userId="S::wale@ahfid.org::bf7f3b58-5492-4b16-a9d7-34d40e1eb056" providerId="AD" clId="Web-{1F7B7EBB-3B93-961F-2D7F-837100D6AF37}" dt="2026-02-04T14:56:30.265" v="367"/>
      <pc:docMkLst>
        <pc:docMk/>
      </pc:docMkLst>
      <pc:sldChg chg="modSp">
        <pc:chgData name="Olawale Abiodun Ogundeji (Dr.)" userId="S::wale@ahfid.org::bf7f3b58-5492-4b16-a9d7-34d40e1eb056" providerId="AD" clId="Web-{1F7B7EBB-3B93-961F-2D7F-837100D6AF37}" dt="2026-02-04T14:21:49.870" v="88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F7B7EBB-3B93-961F-2D7F-837100D6AF37}" dt="2026-02-04T14:21:49.870" v="88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1F7B7EBB-3B93-961F-2D7F-837100D6AF37}" dt="2026-02-04T14:28:15.802" v="122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1F7B7EBB-3B93-961F-2D7F-837100D6AF37}" dt="2026-02-04T14:24:00.968" v="9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23:48.733" v="91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28:15.802" v="122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1F7B7EBB-3B93-961F-2D7F-837100D6AF37}" dt="2026-02-04T14:36:05.528" v="210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1F7B7EBB-3B93-961F-2D7F-837100D6AF37}" dt="2026-02-04T14:34:57.025" v="203" actId="20577"/>
          <ac:spMkLst>
            <pc:docMk/>
            <pc:sldMk cId="0" sldId="260"/>
            <ac:spMk id="3" creationId="{E027D56F-6A20-5C99-E8DE-9713F5C3E7A4}"/>
          </ac:spMkLst>
        </pc:spChg>
        <pc:spChg chg="add mod">
          <ac:chgData name="Olawale Abiodun Ogundeji (Dr.)" userId="S::wale@ahfid.org::bf7f3b58-5492-4b16-a9d7-34d40e1eb056" providerId="AD" clId="Web-{1F7B7EBB-3B93-961F-2D7F-837100D6AF37}" dt="2026-02-04T14:36:05.528" v="210" actId="20577"/>
          <ac:spMkLst>
            <pc:docMk/>
            <pc:sldMk cId="0" sldId="260"/>
            <ac:spMk id="4" creationId="{57A66C1E-2693-4AAC-20F2-DFB737E16AA9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33:59.490" v="193"/>
          <ac:graphicFrameMkLst>
            <pc:docMk/>
            <pc:sldMk cId="0" sldId="260"/>
            <ac:graphicFrameMk id="13" creationId="{798E8C13-E851-176B-0534-7502CF53C121}"/>
          </ac:graphicFrameMkLst>
        </pc:graphicFrameChg>
        <pc:picChg chg="add mod">
          <ac:chgData name="Olawale Abiodun Ogundeji (Dr.)" userId="S::wale@ahfid.org::bf7f3b58-5492-4b16-a9d7-34d40e1eb056" providerId="AD" clId="Web-{1F7B7EBB-3B93-961F-2D7F-837100D6AF37}" dt="2026-02-04T14:34:20.194" v="197" actId="1076"/>
          <ac:picMkLst>
            <pc:docMk/>
            <pc:sldMk cId="0" sldId="260"/>
            <ac:picMk id="2" creationId="{B902A8BD-AA10-7694-E09C-021962552CD6}"/>
          </ac:picMkLst>
        </pc:picChg>
      </pc:sldChg>
      <pc:sldChg chg="addSp delSp modSp">
        <pc:chgData name="Olawale Abiodun Ogundeji (Dr.)" userId="S::wale@ahfid.org::bf7f3b58-5492-4b16-a9d7-34d40e1eb056" providerId="AD" clId="Web-{1F7B7EBB-3B93-961F-2D7F-837100D6AF37}" dt="2026-02-04T14:43:04.621" v="267" actId="20577"/>
        <pc:sldMkLst>
          <pc:docMk/>
          <pc:sldMk cId="0" sldId="261"/>
        </pc:sldMkLst>
        <pc:spChg chg="add mod">
          <ac:chgData name="Olawale Abiodun Ogundeji (Dr.)" userId="S::wale@ahfid.org::bf7f3b58-5492-4b16-a9d7-34d40e1eb056" providerId="AD" clId="Web-{1F7B7EBB-3B93-961F-2D7F-837100D6AF37}" dt="2026-02-04T14:43:04.621" v="267" actId="20577"/>
          <ac:spMkLst>
            <pc:docMk/>
            <pc:sldMk cId="0" sldId="261"/>
            <ac:spMk id="2" creationId="{924AA47C-AAEE-6EB0-2A96-0FF7E6D6422B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42:13.057" v="252" actId="20577"/>
          <ac:spMkLst>
            <pc:docMk/>
            <pc:sldMk cId="0" sldId="261"/>
            <ac:spMk id="3" creationId="{A3B888E1-21A9-92DA-0EF7-71449DF77B72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41:08.712" v="232"/>
          <ac:graphicFrameMkLst>
            <pc:docMk/>
            <pc:sldMk cId="0" sldId="261"/>
            <ac:graphicFrameMk id="4" creationId="{FC7A0E3E-94BF-4A62-A6B5-FE9C4572AE76}"/>
          </ac:graphicFrameMkLst>
        </pc:graphicFrameChg>
      </pc:sldChg>
      <pc:sldChg chg="del">
        <pc:chgData name="Olawale Abiodun Ogundeji (Dr.)" userId="S::wale@ahfid.org::bf7f3b58-5492-4b16-a9d7-34d40e1eb056" providerId="AD" clId="Web-{1F7B7EBB-3B93-961F-2D7F-837100D6AF37}" dt="2026-02-04T14:44:23.545" v="269"/>
        <pc:sldMkLst>
          <pc:docMk/>
          <pc:sldMk cId="0" sldId="262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44:33.514" v="271"/>
        <pc:sldMkLst>
          <pc:docMk/>
          <pc:sldMk cId="0" sldId="263"/>
        </pc:sldMkLst>
      </pc:sldChg>
      <pc:sldChg chg="modSp">
        <pc:chgData name="Olawale Abiodun Ogundeji (Dr.)" userId="S::wale@ahfid.org::bf7f3b58-5492-4b16-a9d7-34d40e1eb056" providerId="AD" clId="Web-{1F7B7EBB-3B93-961F-2D7F-837100D6AF37}" dt="2026-02-04T14:47:40.079" v="309" actId="20577"/>
        <pc:sldMkLst>
          <pc:docMk/>
          <pc:sldMk cId="0" sldId="264"/>
        </pc:sldMkLst>
        <pc:spChg chg="mod">
          <ac:chgData name="Olawale Abiodun Ogundeji (Dr.)" userId="S::wale@ahfid.org::bf7f3b58-5492-4b16-a9d7-34d40e1eb056" providerId="AD" clId="Web-{1F7B7EBB-3B93-961F-2D7F-837100D6AF37}" dt="2026-02-04T14:47:40.079" v="309" actId="20577"/>
          <ac:spMkLst>
            <pc:docMk/>
            <pc:sldMk cId="0" sldId="264"/>
            <ac:spMk id="3" creationId="{A69D530E-CDF4-0AB8-DD55-FE9A8025841A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45:35.874" v="290" actId="20577"/>
          <ac:spMkLst>
            <pc:docMk/>
            <pc:sldMk cId="0" sldId="264"/>
            <ac:spMk id="4" creationId="{B440D686-DC9D-8EFF-31B9-E3E4DCD80F99}"/>
          </ac:spMkLst>
        </pc:spChg>
      </pc:sldChg>
      <pc:sldChg chg="del">
        <pc:chgData name="Olawale Abiodun Ogundeji (Dr.)" userId="S::wale@ahfid.org::bf7f3b58-5492-4b16-a9d7-34d40e1eb056" providerId="AD" clId="Web-{1F7B7EBB-3B93-961F-2D7F-837100D6AF37}" dt="2026-02-04T14:56:30.265" v="367"/>
        <pc:sldMkLst>
          <pc:docMk/>
          <pc:sldMk cId="0" sldId="265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30.265" v="366"/>
        <pc:sldMkLst>
          <pc:docMk/>
          <pc:sldMk cId="0" sldId="266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71" v="365"/>
        <pc:sldMkLst>
          <pc:docMk/>
          <pc:sldMk cId="0" sldId="267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4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1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2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3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60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1F7B7EBB-3B93-961F-2D7F-837100D6AF37}" dt="2026-02-04T14:56:21.155" v="359"/>
        <pc:sldMkLst>
          <pc:docMk/>
          <pc:sldMk cId="0" sldId="275"/>
        </pc:sldMkLst>
      </pc:sldChg>
      <pc:sldChg chg="addSp delSp modSp">
        <pc:chgData name="Olawale Abiodun Ogundeji (Dr.)" userId="S::wale@ahfid.org::bf7f3b58-5492-4b16-a9d7-34d40e1eb056" providerId="AD" clId="Web-{1F7B7EBB-3B93-961F-2D7F-837100D6AF37}" dt="2026-02-04T14:30:34.741" v="164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1F7B7EBB-3B93-961F-2D7F-837100D6AF37}" dt="2026-02-04T14:28:24.427" v="123" actId="20577"/>
          <ac:spMkLst>
            <pc:docMk/>
            <pc:sldMk cId="316734042" sldId="279"/>
            <ac:spMk id="3" creationId="{CE12020B-B16B-503A-3FCF-44BFBD11530F}"/>
          </ac:spMkLst>
        </pc:spChg>
        <pc:spChg chg="del mod">
          <ac:chgData name="Olawale Abiodun Ogundeji (Dr.)" userId="S::wale@ahfid.org::bf7f3b58-5492-4b16-a9d7-34d40e1eb056" providerId="AD" clId="Web-{1F7B7EBB-3B93-961F-2D7F-837100D6AF37}" dt="2026-02-04T14:28:31.536" v="125"/>
          <ac:spMkLst>
            <pc:docMk/>
            <pc:sldMk cId="316734042" sldId="279"/>
            <ac:spMk id="4" creationId="{36BEA256-3DA1-4623-8B72-B13DE058C82F}"/>
          </ac:spMkLst>
        </pc:spChg>
        <pc:spChg chg="add mod">
          <ac:chgData name="Olawale Abiodun Ogundeji (Dr.)" userId="S::wale@ahfid.org::bf7f3b58-5492-4b16-a9d7-34d40e1eb056" providerId="AD" clId="Web-{1F7B7EBB-3B93-961F-2D7F-837100D6AF37}" dt="2026-02-04T14:30:34.741" v="164" actId="20577"/>
          <ac:spMkLst>
            <pc:docMk/>
            <pc:sldMk cId="316734042" sldId="279"/>
            <ac:spMk id="5" creationId="{5EBFD6E8-4299-C52C-A38E-753B58AA3832}"/>
          </ac:spMkLst>
        </pc:spChg>
        <pc:graphicFrameChg chg="del mod modGraphic">
          <ac:chgData name="Olawale Abiodun Ogundeji (Dr.)" userId="S::wale@ahfid.org::bf7f3b58-5492-4b16-a9d7-34d40e1eb056" providerId="AD" clId="Web-{1F7B7EBB-3B93-961F-2D7F-837100D6AF37}" dt="2026-02-04T14:29:05.084" v="141"/>
          <ac:graphicFrameMkLst>
            <pc:docMk/>
            <pc:sldMk cId="316734042" sldId="279"/>
            <ac:graphicFrameMk id="6" creationId="{D856EE41-D5CB-3273-5E35-F365224556FF}"/>
          </ac:graphicFrameMkLst>
        </pc:graphicFrameChg>
      </pc:sldChg>
      <pc:sldChg chg="modSp">
        <pc:chgData name="Olawale Abiodun Ogundeji (Dr.)" userId="S::wale@ahfid.org::bf7f3b58-5492-4b16-a9d7-34d40e1eb056" providerId="AD" clId="Web-{1F7B7EBB-3B93-961F-2D7F-837100D6AF37}" dt="2026-02-04T14:32:14.638" v="180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1F7B7EBB-3B93-961F-2D7F-837100D6AF37}" dt="2026-02-04T14:31:25.571" v="167" actId="14100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32:14.638" v="18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addSp delSp modSp">
        <pc:chgData name="Olawale Abiodun Ogundeji (Dr.)" userId="S::wale@ahfid.org::bf7f3b58-5492-4b16-a9d7-34d40e1eb056" providerId="AD" clId="Web-{1F7B7EBB-3B93-961F-2D7F-837100D6AF37}" dt="2026-02-04T14:39:25.037" v="224" actId="20577"/>
        <pc:sldMkLst>
          <pc:docMk/>
          <pc:sldMk cId="1066914800" sldId="281"/>
        </pc:sldMkLst>
        <pc:spChg chg="add mod">
          <ac:chgData name="Olawale Abiodun Ogundeji (Dr.)" userId="S::wale@ahfid.org::bf7f3b58-5492-4b16-a9d7-34d40e1eb056" providerId="AD" clId="Web-{1F7B7EBB-3B93-961F-2D7F-837100D6AF37}" dt="2026-02-04T14:39:25.037" v="224" actId="20577"/>
          <ac:spMkLst>
            <pc:docMk/>
            <pc:sldMk cId="1066914800" sldId="281"/>
            <ac:spMk id="2" creationId="{94821204-A0B7-991E-BA22-F18746E80C0F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38:34.019" v="211" actId="20577"/>
          <ac:spMkLst>
            <pc:docMk/>
            <pc:sldMk cId="1066914800" sldId="281"/>
            <ac:spMk id="3" creationId="{88527B40-5BC3-62B0-3743-ECEA138D473F}"/>
          </ac:spMkLst>
        </pc:spChg>
        <pc:picChg chg="del">
          <ac:chgData name="Olawale Abiodun Ogundeji (Dr.)" userId="S::wale@ahfid.org::bf7f3b58-5492-4b16-a9d7-34d40e1eb056" providerId="AD" clId="Web-{1F7B7EBB-3B93-961F-2D7F-837100D6AF37}" dt="2026-02-04T14:38:37.082" v="212"/>
          <ac:picMkLst>
            <pc:docMk/>
            <pc:sldMk cId="1066914800" sldId="281"/>
            <ac:picMk id="4" creationId="{31E24524-E364-68E7-935C-D0BAD30CB5FA}"/>
          </ac:picMkLst>
        </pc:picChg>
        <pc:picChg chg="del">
          <ac:chgData name="Olawale Abiodun Ogundeji (Dr.)" userId="S::wale@ahfid.org::bf7f3b58-5492-4b16-a9d7-34d40e1eb056" providerId="AD" clId="Web-{1F7B7EBB-3B93-961F-2D7F-837100D6AF37}" dt="2026-02-04T14:38:38.644" v="213"/>
          <ac:picMkLst>
            <pc:docMk/>
            <pc:sldMk cId="1066914800" sldId="281"/>
            <ac:picMk id="5" creationId="{C516509C-94FC-8102-0B32-EFC9B2B91BB0}"/>
          </ac:picMkLst>
        </pc:picChg>
      </pc:sldChg>
      <pc:sldChg chg="del">
        <pc:chgData name="Olawale Abiodun Ogundeji (Dr.)" userId="S::wale@ahfid.org::bf7f3b58-5492-4b16-a9d7-34d40e1eb056" providerId="AD" clId="Web-{1F7B7EBB-3B93-961F-2D7F-837100D6AF37}" dt="2026-02-04T14:44:28.607" v="270"/>
        <pc:sldMkLst>
          <pc:docMk/>
          <pc:sldMk cId="783745987" sldId="282"/>
        </pc:sldMkLst>
      </pc:sldChg>
      <pc:sldChg chg="modSp add replId">
        <pc:chgData name="Olawale Abiodun Ogundeji (Dr.)" userId="S::wale@ahfid.org::bf7f3b58-5492-4b16-a9d7-34d40e1eb056" providerId="AD" clId="Web-{1F7B7EBB-3B93-961F-2D7F-837100D6AF37}" dt="2026-02-04T14:52:25.223" v="358" actId="20577"/>
        <pc:sldMkLst>
          <pc:docMk/>
          <pc:sldMk cId="3575366460" sldId="282"/>
        </pc:sldMkLst>
        <pc:spChg chg="mod">
          <ac:chgData name="Olawale Abiodun Ogundeji (Dr.)" userId="S::wale@ahfid.org::bf7f3b58-5492-4b16-a9d7-34d40e1eb056" providerId="AD" clId="Web-{1F7B7EBB-3B93-961F-2D7F-837100D6AF37}" dt="2026-02-04T14:52:25.223" v="358" actId="20577"/>
          <ac:spMkLst>
            <pc:docMk/>
            <pc:sldMk cId="3575366460" sldId="282"/>
            <ac:spMk id="2" creationId="{19AEC5C4-1E7A-475E-42ED-6D9D093E04E9}"/>
          </ac:spMkLst>
        </pc:spChg>
        <pc:spChg chg="mod">
          <ac:chgData name="Olawale Abiodun Ogundeji (Dr.)" userId="S::wale@ahfid.org::bf7f3b58-5492-4b16-a9d7-34d40e1eb056" providerId="AD" clId="Web-{1F7B7EBB-3B93-961F-2D7F-837100D6AF37}" dt="2026-02-04T14:50:59.468" v="341" actId="20577"/>
          <ac:spMkLst>
            <pc:docMk/>
            <pc:sldMk cId="3575366460" sldId="282"/>
            <ac:spMk id="3" creationId="{50CE4177-C4ED-D431-8B59-1B358A0B3F59}"/>
          </ac:spMkLst>
        </pc:spChg>
      </pc:sldChg>
      <pc:sldChg chg="new del">
        <pc:chgData name="Olawale Abiodun Ogundeji (Dr.)" userId="S::wale@ahfid.org::bf7f3b58-5492-4b16-a9d7-34d40e1eb056" providerId="AD" clId="Web-{1F7B7EBB-3B93-961F-2D7F-837100D6AF37}" dt="2026-02-04T14:44:19.123" v="268"/>
        <pc:sldMkLst>
          <pc:docMk/>
          <pc:sldMk cId="3187602318" sldId="283"/>
        </pc:sldMkLst>
      </pc:sldChg>
    </pc:docChg>
  </pc:docChgLst>
  <pc:docChgLst>
    <pc:chgData name="Olawale Abiodun Ogundeji (Dr.)" userId="S::wale@ahfid.org::bf7f3b58-5492-4b16-a9d7-34d40e1eb056" providerId="AD" clId="Web-{2A16153A-CDF8-7803-AA46-9F215D8FEBDF}"/>
    <pc:docChg chg="addSld modSld">
      <pc:chgData name="Olawale Abiodun Ogundeji (Dr.)" userId="S::wale@ahfid.org::bf7f3b58-5492-4b16-a9d7-34d40e1eb056" providerId="AD" clId="Web-{2A16153A-CDF8-7803-AA46-9F215D8FEBDF}" dt="2026-02-04T15:59:25.060" v="518" actId="20577"/>
      <pc:docMkLst>
        <pc:docMk/>
      </pc:docMkLst>
      <pc:sldChg chg="modSp modNotes">
        <pc:chgData name="Olawale Abiodun Ogundeji (Dr.)" userId="S::wale@ahfid.org::bf7f3b58-5492-4b16-a9d7-34d40e1eb056" providerId="AD" clId="Web-{2A16153A-CDF8-7803-AA46-9F215D8FEBDF}" dt="2026-02-04T15:48:45.043" v="431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2A16153A-CDF8-7803-AA46-9F215D8FEBDF}" dt="2026-02-04T15:48:34.964" v="430" actId="1076"/>
          <ac:spMkLst>
            <pc:docMk/>
            <pc:sldMk cId="0" sldId="259"/>
            <ac:spMk id="4" creationId="{AB6FD9B8-82F3-3021-C31F-6B268285D27A}"/>
          </ac:spMkLst>
        </pc:spChg>
      </pc:sldChg>
      <pc:sldChg chg="modSp modNotes">
        <pc:chgData name="Olawale Abiodun Ogundeji (Dr.)" userId="S::wale@ahfid.org::bf7f3b58-5492-4b16-a9d7-34d40e1eb056" providerId="AD" clId="Web-{2A16153A-CDF8-7803-AA46-9F215D8FEBDF}" dt="2026-02-04T15:56:45.435" v="495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2A16153A-CDF8-7803-AA46-9F215D8FEBDF}" dt="2026-02-04T15:52:40.088" v="469" actId="20577"/>
          <ac:spMkLst>
            <pc:docMk/>
            <pc:sldMk cId="0" sldId="260"/>
            <ac:spMk id="3" creationId="{E027D56F-6A20-5C99-E8DE-9713F5C3E7A4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56:45.435" v="495" actId="20577"/>
          <ac:spMkLst>
            <pc:docMk/>
            <pc:sldMk cId="0" sldId="260"/>
            <ac:spMk id="4" creationId="{57A66C1E-2693-4AAC-20F2-DFB737E16AA9}"/>
          </ac:spMkLst>
        </pc:spChg>
        <pc:picChg chg="mod">
          <ac:chgData name="Olawale Abiodun Ogundeji (Dr.)" userId="S::wale@ahfid.org::bf7f3b58-5492-4b16-a9d7-34d40e1eb056" providerId="AD" clId="Web-{2A16153A-CDF8-7803-AA46-9F215D8FEBDF}" dt="2026-02-04T15:52:46.151" v="470" actId="1076"/>
          <ac:picMkLst>
            <pc:docMk/>
            <pc:sldMk cId="0" sldId="260"/>
            <ac:picMk id="2" creationId="{B902A8BD-AA10-7694-E09C-021962552CD6}"/>
          </ac:picMkLst>
        </pc:picChg>
      </pc:sldChg>
      <pc:sldChg chg="modSp">
        <pc:chgData name="Olawale Abiodun Ogundeji (Dr.)" userId="S::wale@ahfid.org::bf7f3b58-5492-4b16-a9d7-34d40e1eb056" providerId="AD" clId="Web-{2A16153A-CDF8-7803-AA46-9F215D8FEBDF}" dt="2026-02-04T15:36:21.722" v="314" actId="20577"/>
        <pc:sldMkLst>
          <pc:docMk/>
          <pc:sldMk cId="0" sldId="261"/>
        </pc:sldMkLst>
        <pc:spChg chg="mod">
          <ac:chgData name="Olawale Abiodun Ogundeji (Dr.)" userId="S::wale@ahfid.org::bf7f3b58-5492-4b16-a9d7-34d40e1eb056" providerId="AD" clId="Web-{2A16153A-CDF8-7803-AA46-9F215D8FEBDF}" dt="2026-02-04T15:36:21.722" v="314" actId="20577"/>
          <ac:spMkLst>
            <pc:docMk/>
            <pc:sldMk cId="0" sldId="261"/>
            <ac:spMk id="2" creationId="{924AA47C-AAEE-6EB0-2A96-0FF7E6D6422B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04:49.156" v="18" actId="20577"/>
          <ac:spMkLst>
            <pc:docMk/>
            <pc:sldMk cId="0" sldId="261"/>
            <ac:spMk id="3" creationId="{A3B888E1-21A9-92DA-0EF7-71449DF77B72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5:44.752" v="309" actId="20577"/>
        <pc:sldMkLst>
          <pc:docMk/>
          <pc:sldMk cId="0" sldId="264"/>
        </pc:sldMkLst>
        <pc:spChg chg="mod">
          <ac:chgData name="Olawale Abiodun Ogundeji (Dr.)" userId="S::wale@ahfid.org::bf7f3b58-5492-4b16-a9d7-34d40e1eb056" providerId="AD" clId="Web-{2A16153A-CDF8-7803-AA46-9F215D8FEBDF}" dt="2026-02-04T15:35:44.752" v="309" actId="20577"/>
          <ac:spMkLst>
            <pc:docMk/>
            <pc:sldMk cId="0" sldId="264"/>
            <ac:spMk id="3" creationId="{A69D530E-CDF4-0AB8-DD55-FE9A8025841A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51:34.430" v="459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2A16153A-CDF8-7803-AA46-9F215D8FEBDF}" dt="2026-02-04T15:49:11.372" v="434" actId="20577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51:34.430" v="459" actId="20577"/>
          <ac:spMkLst>
            <pc:docMk/>
            <pc:sldMk cId="316734042" sldId="279"/>
            <ac:spMk id="5" creationId="{5EBFD6E8-4299-C52C-A38E-753B58AA3832}"/>
          </ac:spMkLst>
        </pc:spChg>
      </pc:sldChg>
      <pc:sldChg chg="modSp modNotes">
        <pc:chgData name="Olawale Abiodun Ogundeji (Dr.)" userId="S::wale@ahfid.org::bf7f3b58-5492-4b16-a9d7-34d40e1eb056" providerId="AD" clId="Web-{2A16153A-CDF8-7803-AA46-9F215D8FEBDF}" dt="2026-02-04T15:43:17.664" v="380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2A16153A-CDF8-7803-AA46-9F215D8FEBDF}" dt="2026-02-04T15:41:50.913" v="357" actId="20577"/>
          <ac:spMkLst>
            <pc:docMk/>
            <pc:sldMk cId="2768235767" sldId="280"/>
            <ac:spMk id="3" creationId="{330B4ED2-C158-4234-8FAA-211AA047B098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43:17.664" v="380" actId="20577"/>
          <ac:spMkLst>
            <pc:docMk/>
            <pc:sldMk cId="2768235767" sldId="280"/>
            <ac:spMk id="4" creationId="{63C9C1FC-64E3-F489-ADF7-CD0AB08644BD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7:57.741" v="326" actId="20577"/>
        <pc:sldMkLst>
          <pc:docMk/>
          <pc:sldMk cId="1066914800" sldId="281"/>
        </pc:sldMkLst>
        <pc:spChg chg="mod">
          <ac:chgData name="Olawale Abiodun Ogundeji (Dr.)" userId="S::wale@ahfid.org::bf7f3b58-5492-4b16-a9d7-34d40e1eb056" providerId="AD" clId="Web-{2A16153A-CDF8-7803-AA46-9F215D8FEBDF}" dt="2026-02-04T15:15:20.260" v="182" actId="20577"/>
          <ac:spMkLst>
            <pc:docMk/>
            <pc:sldMk cId="1066914800" sldId="281"/>
            <ac:spMk id="2" creationId="{94821204-A0B7-991E-BA22-F18746E80C0F}"/>
          </ac:spMkLst>
        </pc:spChg>
        <pc:spChg chg="mod">
          <ac:chgData name="Olawale Abiodun Ogundeji (Dr.)" userId="S::wale@ahfid.org::bf7f3b58-5492-4b16-a9d7-34d40e1eb056" providerId="AD" clId="Web-{2A16153A-CDF8-7803-AA46-9F215D8FEBDF}" dt="2026-02-04T15:37:57.741" v="326" actId="20577"/>
          <ac:spMkLst>
            <pc:docMk/>
            <pc:sldMk cId="1066914800" sldId="281"/>
            <ac:spMk id="3" creationId="{88527B40-5BC3-62B0-3743-ECEA138D473F}"/>
          </ac:spMkLst>
        </pc:spChg>
      </pc:sldChg>
      <pc:sldChg chg="modSp">
        <pc:chgData name="Olawale Abiodun Ogundeji (Dr.)" userId="S::wale@ahfid.org::bf7f3b58-5492-4b16-a9d7-34d40e1eb056" providerId="AD" clId="Web-{2A16153A-CDF8-7803-AA46-9F215D8FEBDF}" dt="2026-02-04T15:33:03.844" v="289" actId="20577"/>
        <pc:sldMkLst>
          <pc:docMk/>
          <pc:sldMk cId="3575366460" sldId="282"/>
        </pc:sldMkLst>
        <pc:spChg chg="mod">
          <ac:chgData name="Olawale Abiodun Ogundeji (Dr.)" userId="S::wale@ahfid.org::bf7f3b58-5492-4b16-a9d7-34d40e1eb056" providerId="AD" clId="Web-{2A16153A-CDF8-7803-AA46-9F215D8FEBDF}" dt="2026-02-04T15:33:03.844" v="289" actId="20577"/>
          <ac:spMkLst>
            <pc:docMk/>
            <pc:sldMk cId="3575366460" sldId="282"/>
            <ac:spMk id="2" creationId="{19AEC5C4-1E7A-475E-42ED-6D9D093E04E9}"/>
          </ac:spMkLst>
        </pc:spChg>
      </pc:sldChg>
      <pc:sldChg chg="addSp delSp modSp add replId">
        <pc:chgData name="Olawale Abiodun Ogundeji (Dr.)" userId="S::wale@ahfid.org::bf7f3b58-5492-4b16-a9d7-34d40e1eb056" providerId="AD" clId="Web-{2A16153A-CDF8-7803-AA46-9F215D8FEBDF}" dt="2026-02-04T15:59:25.060" v="518" actId="20577"/>
        <pc:sldMkLst>
          <pc:docMk/>
          <pc:sldMk cId="1545810468" sldId="283"/>
        </pc:sldMkLst>
        <pc:spChg chg="mod">
          <ac:chgData name="Olawale Abiodun Ogundeji (Dr.)" userId="S::wale@ahfid.org::bf7f3b58-5492-4b16-a9d7-34d40e1eb056" providerId="AD" clId="Web-{2A16153A-CDF8-7803-AA46-9F215D8FEBDF}" dt="2026-02-04T15:57:04.872" v="498" actId="20577"/>
          <ac:spMkLst>
            <pc:docMk/>
            <pc:sldMk cId="1545810468" sldId="283"/>
            <ac:spMk id="3" creationId="{673BD813-B597-A646-A715-4F835B792D52}"/>
          </ac:spMkLst>
        </pc:spChg>
        <pc:spChg chg="del">
          <ac:chgData name="Olawale Abiodun Ogundeji (Dr.)" userId="S::wale@ahfid.org::bf7f3b58-5492-4b16-a9d7-34d40e1eb056" providerId="AD" clId="Web-{2A16153A-CDF8-7803-AA46-9F215D8FEBDF}" dt="2026-02-04T15:57:13.247" v="500"/>
          <ac:spMkLst>
            <pc:docMk/>
            <pc:sldMk cId="1545810468" sldId="283"/>
            <ac:spMk id="4" creationId="{43B99CBE-1F18-A7BF-ADCF-D60108164A67}"/>
          </ac:spMkLst>
        </pc:spChg>
        <pc:spChg chg="add mod">
          <ac:chgData name="Olawale Abiodun Ogundeji (Dr.)" userId="S::wale@ahfid.org::bf7f3b58-5492-4b16-a9d7-34d40e1eb056" providerId="AD" clId="Web-{2A16153A-CDF8-7803-AA46-9F215D8FEBDF}" dt="2026-02-04T15:59:25.060" v="518" actId="20577"/>
          <ac:spMkLst>
            <pc:docMk/>
            <pc:sldMk cId="1545810468" sldId="283"/>
            <ac:spMk id="5" creationId="{7AB0BE03-132A-9E4F-A11D-98C6956B0695}"/>
          </ac:spMkLst>
        </pc:spChg>
        <pc:picChg chg="del">
          <ac:chgData name="Olawale Abiodun Ogundeji (Dr.)" userId="S::wale@ahfid.org::bf7f3b58-5492-4b16-a9d7-34d40e1eb056" providerId="AD" clId="Web-{2A16153A-CDF8-7803-AA46-9F215D8FEBDF}" dt="2026-02-04T15:57:08.966" v="499"/>
          <ac:picMkLst>
            <pc:docMk/>
            <pc:sldMk cId="1545810468" sldId="283"/>
            <ac:picMk id="2" creationId="{0F0EE793-B7BB-A172-2AD5-E504CFD07901}"/>
          </ac:picMkLst>
        </pc:picChg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301000A2-9556-BCD1-F8AA-31D9A4A84CE9}" dt="2026-02-02T00:30:14.422" v="0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AF634B1-8AA5-5917-112B-B7B226C02628}" dt="2026-02-01T23:39:07.716" v="869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0EFA9307-D9A1-8FEF-E0AD-A8240F15A8CD}" dt="2026-01-21T22:16:26.865" v="7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  <pc:spChg chg="mod">
          <ac:chgData name="" userId="" providerId="" clId="Web-{301000A2-9556-BCD1-F8AA-31D9A4A84CE9}" dt="2026-02-02T00:30:09.656" v="3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49:11.628" v="72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DE92FAB8-5C49-5EFD-E114-E06D170F8F9C}" dt="2026-01-21T18:49:11.628" v="72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Olawale Abiodun Ogundeji (Dr.)" userId="S::wale@ahfid.org::bf7f3b58-5492-4b16-a9d7-34d40e1eb056" providerId="AD" clId="Web-{DE92FAB8-5C49-5EFD-E114-E06D170F8F9C}" dt="2026-01-21T18:56:30.222" v="166" actId="20577"/>
          <ac:spMkLst>
            <pc:docMk/>
            <pc:sldMk cId="0" sldId="259"/>
            <ac:spMk id="3" creationId="{3EDAD1F7-BB38-C95D-7ECE-AAB912129D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 dirty="0">
              <a:solidFill>
                <a:srgbClr val="03807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Unintended Consequences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Outcomes that are not intended by a purposeful action.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The Challenge:</a:t>
            </a:r>
            <a:r>
              <a:rPr lang="en-US" dirty="0"/>
              <a:t> AI solutions often have "side effects."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r>
              <a:rPr lang="en-US" dirty="0"/>
              <a:t> Automating credit scores in Fintech might unintentionally exclude people without smartphones, worsening financial inequality.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Question to Ask:</a:t>
            </a:r>
            <a:r>
              <a:rPr lang="en-US" dirty="0"/>
              <a:t> "If we 'fix' this, what happens to the rest of the system?"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rPr lang="en-GB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48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46020-9640-9022-0343-6CFCD9B0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32951-42B7-24B2-D408-6E1F0C463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3A0B3-AB2A-C998-7235-3FBCB95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Unintended Consequences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Outcomes that are not intended by a purposeful action.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The Challenge:</a:t>
            </a:r>
            <a:r>
              <a:rPr lang="en-US" dirty="0"/>
              <a:t> AI solutions often have "side effects."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r>
              <a:rPr lang="en-US" dirty="0"/>
              <a:t> Automating credit scores in Fintech might unintentionally exclude people without smartphones, worsening financial inequality.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Question to Ask:</a:t>
            </a:r>
            <a:r>
              <a:rPr lang="en-US" dirty="0"/>
              <a:t> "If we 'fix' this, what happens to the rest of the system?"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22B59-984F-F5FC-C24B-F9F08A73E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rPr lang="en-GB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99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A636-E70D-E210-F2FB-993CA5152805}"/>
              </a:ext>
            </a:extLst>
          </p:cNvPr>
          <p:cNvSpPr txBox="1"/>
          <p:nvPr/>
        </p:nvSpPr>
        <p:spPr>
          <a:xfrm>
            <a:off x="715818" y="1373908"/>
            <a:ext cx="1078345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Introduction to Systems Thinking</a:t>
            </a:r>
            <a:endParaRPr lang="en-GB" dirty="0">
              <a:solidFill>
                <a:schemeClr val="accent3">
                  <a:lumMod val="76000"/>
                </a:schemeClr>
              </a:solidFill>
              <a:latin typeface="Times New Roman"/>
              <a:ea typeface="+mn-lt"/>
              <a:cs typeface="+mn-lt"/>
            </a:endParaRPr>
          </a:p>
          <a:p>
            <a:endParaRPr lang="en-GB" sz="2400" dirty="0">
              <a:solidFill>
                <a:schemeClr val="accent3">
                  <a:lumMod val="76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ctr"/>
            <a:r>
              <a:rPr lang="en-GB" sz="2800" dirty="0">
                <a:solidFill>
                  <a:schemeClr val="accent3">
                    <a:lumMod val="76000"/>
                  </a:schemeClr>
                </a:solidFill>
                <a:latin typeface="Times New Roman"/>
                <a:ea typeface="+mn-lt"/>
                <a:cs typeface="+mn-lt"/>
              </a:rPr>
              <a:t>Systems Thinking: Seeing the Forest, Not Just the Trees : Solving Complex Problems in the Nigerian AI Landscape</a:t>
            </a:r>
            <a:endParaRPr lang="en-GB" sz="2800">
              <a:solidFill>
                <a:schemeClr val="accent3">
                  <a:lumMod val="76000"/>
                </a:schemeClr>
              </a:solidFill>
              <a:latin typeface="Times New Roman"/>
              <a:ea typeface="+mn-lt"/>
              <a:cs typeface="+mn-lt"/>
            </a:endParaRPr>
          </a:p>
          <a:p>
            <a:pPr algn="ctr"/>
            <a:endParaRPr lang="en-GB" sz="4400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endParaRPr lang="en-GB" sz="2400" b="1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r>
              <a:rPr lang="en-GB" sz="2400" b="1" dirty="0">
                <a:solidFill>
                  <a:schemeClr val="accent3">
                    <a:lumMod val="76000"/>
                  </a:schemeClr>
                </a:solidFill>
                <a:latin typeface="Times New Roman"/>
                <a:cs typeface="Times New Roman"/>
              </a:rPr>
              <a:t>Learning Objectives</a:t>
            </a:r>
            <a:endParaRPr lang="en-GB" sz="2400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r>
              <a:rPr lang="en-GB" sz="2400" dirty="0">
                <a:solidFill>
                  <a:schemeClr val="accent3">
                    <a:lumMod val="76000"/>
                  </a:schemeClr>
                </a:solidFill>
                <a:latin typeface="Times New Roman"/>
                <a:cs typeface="Times New Roman"/>
              </a:rPr>
              <a:t>By the end of this session, you will:</a:t>
            </a:r>
            <a:endParaRPr lang="en-US" sz="2400" dirty="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400" b="1" dirty="0">
                <a:solidFill>
                  <a:schemeClr val="accent3">
                    <a:lumMod val="76000"/>
                  </a:schemeClr>
                </a:solidFill>
                <a:latin typeface="Times New Roman"/>
                <a:cs typeface="Times New Roman"/>
              </a:rPr>
              <a:t>Contextualize:</a:t>
            </a:r>
            <a:r>
              <a:rPr lang="en-GB" sz="2400" dirty="0">
                <a:solidFill>
                  <a:schemeClr val="accent3">
                    <a:lumMod val="76000"/>
                  </a:schemeClr>
                </a:solidFill>
                <a:latin typeface="Times New Roman"/>
                <a:cs typeface="Times New Roman"/>
              </a:rPr>
              <a:t> Identify how AI can transform Nigerian economy from Fintech, Health, Agriculture, among others.</a:t>
            </a:r>
            <a:endParaRPr lang="en-GB" dirty="0">
              <a:solidFill>
                <a:schemeClr val="accent3">
                  <a:lumMod val="76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AD1F7-BB38-C95D-7ECE-AAB912129DEF}"/>
              </a:ext>
            </a:extLst>
          </p:cNvPr>
          <p:cNvSpPr txBox="1"/>
          <p:nvPr/>
        </p:nvSpPr>
        <p:spPr>
          <a:xfrm>
            <a:off x="631658" y="600363"/>
            <a:ext cx="92840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chemeClr val="accent3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Why Systems Thinking for AI?</a:t>
            </a:r>
            <a:endParaRPr lang="en-US" dirty="0">
              <a:solidFill>
                <a:schemeClr val="accent3">
                  <a:lumMod val="49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FD9B8-82F3-3021-C31F-6B268285D27A}"/>
              </a:ext>
            </a:extLst>
          </p:cNvPr>
          <p:cNvSpPr txBox="1"/>
          <p:nvPr/>
        </p:nvSpPr>
        <p:spPr>
          <a:xfrm>
            <a:off x="582688" y="1399751"/>
            <a:ext cx="1102980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Definition: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A holistic approach to analysis that focuses on how a system's constituent parts interrelate and how systems work over time.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In Data Science, we often focus on a single metric (like Accuracy). Systems thinking asks:</a:t>
            </a:r>
            <a:endParaRPr lang="en-US" sz="2400">
              <a:latin typeface="Times New Roman"/>
              <a:ea typeface="+mn-lt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Interconnection: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How does this model affect the people using it?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Context: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Is the data a true reflection of the environment?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Longevity: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Will this solution cause a new problem tomorrow?</a:t>
            </a:r>
            <a:endParaRPr lang="en-US" sz="2400">
              <a:latin typeface="Times New Roman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Linear vs. Systems: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</a:t>
            </a:r>
            <a:endParaRPr lang="en-US" sz="2400" b="1" dirty="0">
              <a:highlight>
                <a:srgbClr val="FFFFFF"/>
              </a:highlight>
              <a:latin typeface="Times New Roman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i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Linear: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A → B (Problem → Solution).</a:t>
            </a:r>
            <a:endParaRPr lang="en-US" sz="2400" b="1" dirty="0">
              <a:highlight>
                <a:srgbClr val="FFFFFF"/>
              </a:highlight>
              <a:latin typeface="Times New Roman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i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Systems: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A affects B, B affects C, and C loops back to affect A.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Goal: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Move from </a:t>
            </a: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Linear Thinking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(A causes B) to </a:t>
            </a:r>
            <a:r>
              <a:rPr lang="en-US" sz="2400" b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Circular Thinking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(A affects B, which affects A) </a:t>
            </a:r>
            <a:r>
              <a:rPr lang="en-US" sz="2400" err="1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i.e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, To solve the </a:t>
            </a:r>
            <a:r>
              <a:rPr lang="en-US" sz="2400" i="1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root cause</a:t>
            </a:r>
            <a:r>
              <a:rPr lang="en-US" sz="2400" dirty="0"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 of a problem, not just the symptoms.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020B-B16B-503A-3FCF-44BFBD11530F}"/>
              </a:ext>
            </a:extLst>
          </p:cNvPr>
          <p:cNvSpPr txBox="1"/>
          <p:nvPr/>
        </p:nvSpPr>
        <p:spPr>
          <a:xfrm>
            <a:off x="631658" y="600363"/>
            <a:ext cx="92840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Understanding Complex Problems as Interconnected Systems</a:t>
            </a:r>
            <a:endParaRPr lang="en-US" dirty="0">
              <a:solidFill>
                <a:schemeClr val="accent3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FD6E8-4299-C52C-A38E-753B58AA3832}"/>
              </a:ext>
            </a:extLst>
          </p:cNvPr>
          <p:cNvSpPr txBox="1"/>
          <p:nvPr/>
        </p:nvSpPr>
        <p:spPr>
          <a:xfrm>
            <a:off x="892050" y="2122620"/>
            <a:ext cx="10761887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2200" dirty="0">
                <a:latin typeface="Times New Roman"/>
                <a:ea typeface="+mn-lt"/>
                <a:cs typeface="+mn-lt"/>
              </a:rPr>
              <a:t>A "System" is a group of interacting parts forming a complex whole.</a:t>
            </a:r>
            <a:endParaRPr lang="en-US" sz="220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Interconnectedness: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In a system, everything is linked. You cannot change one part without affecting others.</a:t>
            </a:r>
            <a:endParaRPr lang="en-GB" sz="2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The Component: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A farmer in Kaduna.</a:t>
            </a:r>
            <a:endParaRPr lang="en-GB" sz="2200"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The System: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The Nigerian Agricultural Supply Chain (Weather, Transport, Markets, Middlemen).</a:t>
            </a:r>
            <a:endParaRPr lang="en-GB" sz="2200"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2200" b="1" dirty="0">
                <a:latin typeface="Times New Roman"/>
                <a:ea typeface="+mn-lt"/>
                <a:cs typeface="+mn-lt"/>
              </a:rPr>
              <a:t>The AI Role:</a:t>
            </a:r>
            <a:r>
              <a:rPr lang="en-GB" sz="2200" dirty="0">
                <a:latin typeface="Times New Roman"/>
                <a:ea typeface="+mn-lt"/>
                <a:cs typeface="+mn-lt"/>
              </a:rPr>
              <a:t> If we build a price-prediction app, it doesn't just "predict"; it changes how the middlemen and farmers behave.</a:t>
            </a:r>
            <a:endParaRPr lang="en-GB" sz="2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GB" sz="2200" b="1">
                <a:latin typeface="Times New Roman"/>
                <a:ea typeface="+mn-lt"/>
                <a:cs typeface="+mn-lt"/>
              </a:rPr>
              <a:t>Example (Agriculture):</a:t>
            </a:r>
            <a:r>
              <a:rPr lang="en-GB" sz="2200">
                <a:latin typeface="Times New Roman"/>
                <a:ea typeface="+mn-lt"/>
                <a:cs typeface="+mn-lt"/>
              </a:rPr>
              <a:t> A shortage of fertilizer isn't just a farming issue; it's a transport issue, a foreign exchange issue, and eventually, a food security/healthcare issue.</a:t>
            </a:r>
            <a:endParaRPr lang="en-GB" sz="2200" dirty="0">
              <a:latin typeface="Times New Roman"/>
              <a:cs typeface="Times New Roman"/>
            </a:endParaRPr>
          </a:p>
          <a:p>
            <a:endParaRPr lang="en-GB"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B4ED2-C158-4234-8FAA-211AA047B098}"/>
              </a:ext>
            </a:extLst>
          </p:cNvPr>
          <p:cNvSpPr txBox="1"/>
          <p:nvPr/>
        </p:nvSpPr>
        <p:spPr>
          <a:xfrm>
            <a:off x="1100667" y="299573"/>
            <a:ext cx="917600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solidFill>
                  <a:schemeClr val="accent3">
                    <a:lumMod val="76000"/>
                  </a:schemeClr>
                </a:solidFill>
                <a:highlight>
                  <a:srgbClr val="FFFFFF"/>
                </a:highlight>
                <a:latin typeface="Times New Roman"/>
                <a:ea typeface="+mn-lt"/>
                <a:cs typeface="+mn-lt"/>
              </a:rPr>
              <a:t>Stakeholders &amp; Feedback Loops – The Heart of Systems</a:t>
            </a:r>
            <a:endParaRPr lang="en-US" sz="4000">
              <a:solidFill>
                <a:schemeClr val="accent3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9C1FC-64E3-F489-ADF7-CD0AB08644BD}"/>
              </a:ext>
            </a:extLst>
          </p:cNvPr>
          <p:cNvSpPr txBox="1"/>
          <p:nvPr/>
        </p:nvSpPr>
        <p:spPr>
          <a:xfrm>
            <a:off x="911219" y="1954448"/>
            <a:ext cx="1036781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Stakeholders: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Any individual, group, or organization that can affect or be affected by a system’s outcome.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latin typeface="Times New Roman"/>
                <a:ea typeface="+mn-lt"/>
                <a:cs typeface="+mn-lt"/>
              </a:rPr>
              <a:t>Systems aren't static; they respond to change through loops.</a:t>
            </a:r>
            <a:endParaRPr lang="en-US" sz="2400" dirty="0">
              <a:latin typeface="Times New Roman"/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Reinforcing Loops (Positive Feedback):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"The rich get richer." In AI, this is a bias loop. If a model approves loans only for one group, it gets more data from that group, reinforcing the preference.</a:t>
            </a:r>
          </a:p>
          <a:p>
            <a:pPr marL="800100" lvl="1" indent="-342900">
              <a:buFont typeface="Courier New"/>
              <a:buChar char="o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Balancing Loops (Negative Feedback):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"The thermostat." These loops seek stability. For example, as food prices rise, demand drops, eventually stabilizing the price.</a:t>
            </a:r>
          </a:p>
        </p:txBody>
      </p:sp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7D56F-6A20-5C99-E8DE-9713F5C3E7A4}"/>
              </a:ext>
            </a:extLst>
          </p:cNvPr>
          <p:cNvSpPr txBox="1"/>
          <p:nvPr/>
        </p:nvSpPr>
        <p:spPr>
          <a:xfrm>
            <a:off x="655123" y="278852"/>
            <a:ext cx="90937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The Iceberg Model</a:t>
            </a:r>
            <a:endParaRPr lang="en-US" dirty="0">
              <a:solidFill>
                <a:schemeClr val="accent3">
                  <a:lumMod val="76000"/>
                </a:schemeClr>
              </a:solidFill>
            </a:endParaRPr>
          </a:p>
        </p:txBody>
      </p:sp>
      <p:pic>
        <p:nvPicPr>
          <p:cNvPr id="2" name="Picture 1" descr="Image of systems thinking iceberg model">
            <a:extLst>
              <a:ext uri="{FF2B5EF4-FFF2-40B4-BE49-F238E27FC236}">
                <a16:creationId xmlns:a16="http://schemas.microsoft.com/office/drawing/2014/main" id="{B902A8BD-AA10-7694-E09C-02196255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1" y="1672167"/>
            <a:ext cx="6794501" cy="3820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A66C1E-2693-4AAC-20F2-DFB737E16AA9}"/>
              </a:ext>
            </a:extLst>
          </p:cNvPr>
          <p:cNvSpPr txBox="1"/>
          <p:nvPr/>
        </p:nvSpPr>
        <p:spPr>
          <a:xfrm>
            <a:off x="7181272" y="1639454"/>
            <a:ext cx="4618181" cy="447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900" dirty="0">
                <a:latin typeface="Times New Roman"/>
                <a:ea typeface="+mn-lt"/>
                <a:cs typeface="+mn-lt"/>
              </a:rPr>
              <a:t>We often only see the "Events" (the tip of the iceberg), but Systems Thinking looks deeper.</a:t>
            </a:r>
            <a:endParaRPr lang="en-GB" sz="1900" dirty="0">
              <a:latin typeface="Times New Roman"/>
              <a:cs typeface="Times New Roman"/>
            </a:endParaRPr>
          </a:p>
          <a:p>
            <a:endParaRPr lang="en-GB" sz="1900" dirty="0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900" b="1" dirty="0">
                <a:latin typeface="Times New Roman"/>
                <a:ea typeface="+mn-lt"/>
                <a:cs typeface="+mn-lt"/>
              </a:rPr>
              <a:t>The Event:</a:t>
            </a:r>
            <a:r>
              <a:rPr lang="en-GB" sz="1900" dirty="0">
                <a:latin typeface="Times New Roman"/>
                <a:ea typeface="+mn-lt"/>
                <a:cs typeface="+mn-lt"/>
              </a:rPr>
              <a:t> A healthcare app has low user retention in rural areas. </a:t>
            </a:r>
            <a:r>
              <a:rPr lang="en-GB" sz="1900" b="1" dirty="0">
                <a:latin typeface="Times New Roman"/>
                <a:ea typeface="+mn-lt"/>
                <a:cs typeface="+mn-lt"/>
              </a:rPr>
              <a:t>What happened?</a:t>
            </a:r>
            <a:endParaRPr lang="en-GB" sz="19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 b="1" dirty="0">
                <a:latin typeface="Times New Roman"/>
                <a:ea typeface="+mn-lt"/>
                <a:cs typeface="+mn-lt"/>
              </a:rPr>
              <a:t>The Pattern:</a:t>
            </a:r>
            <a:r>
              <a:rPr lang="en-GB" sz="1900" dirty="0">
                <a:latin typeface="Times New Roman"/>
                <a:ea typeface="+mn-lt"/>
                <a:cs typeface="+mn-lt"/>
              </a:rPr>
              <a:t> Users only log in when they are already critically ill. </a:t>
            </a:r>
            <a:r>
              <a:rPr lang="en-GB" sz="1900" b="1" dirty="0">
                <a:latin typeface="Times New Roman"/>
                <a:ea typeface="+mn-lt"/>
                <a:cs typeface="+mn-lt"/>
              </a:rPr>
              <a:t>What has been happening over time?</a:t>
            </a:r>
            <a:endParaRPr lang="en-GB" sz="19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 b="1" dirty="0">
                <a:latin typeface="Times New Roman"/>
                <a:ea typeface="+mn-lt"/>
                <a:cs typeface="+mn-lt"/>
              </a:rPr>
              <a:t>The Structure:</a:t>
            </a:r>
            <a:r>
              <a:rPr lang="en-GB" sz="1900" dirty="0">
                <a:latin typeface="Times New Roman"/>
                <a:ea typeface="+mn-lt"/>
                <a:cs typeface="+mn-lt"/>
              </a:rPr>
              <a:t> Lack of consistent internet or trust in digital diagnoses. </a:t>
            </a:r>
            <a:r>
              <a:rPr lang="en-GB" sz="1900" b="1" dirty="0">
                <a:latin typeface="Times New Roman"/>
                <a:ea typeface="+mn-lt"/>
                <a:cs typeface="+mn-lt"/>
              </a:rPr>
              <a:t>How are the parts organized to cause this?</a:t>
            </a:r>
            <a:endParaRPr lang="en-GB" sz="1900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 b="1" dirty="0">
                <a:latin typeface="Times New Roman"/>
                <a:ea typeface="+mn-lt"/>
                <a:cs typeface="+mn-lt"/>
              </a:rPr>
              <a:t>The Mental Model:</a:t>
            </a:r>
            <a:r>
              <a:rPr lang="en-GB" sz="1900" dirty="0">
                <a:latin typeface="Times New Roman"/>
                <a:ea typeface="+mn-lt"/>
                <a:cs typeface="+mn-lt"/>
              </a:rPr>
              <a:t> "Medicine is only for when I can't walk." </a:t>
            </a:r>
            <a:r>
              <a:rPr lang="en-GB" sz="1900" b="1" dirty="0">
                <a:latin typeface="Times New Roman"/>
                <a:ea typeface="+mn-lt"/>
                <a:cs typeface="+mn-lt"/>
              </a:rPr>
              <a:t>What do people believe?</a:t>
            </a:r>
            <a:endParaRPr lang="en-GB" sz="1900" b="1">
              <a:latin typeface="Times New Roman"/>
              <a:cs typeface="Times New Roman"/>
            </a:endParaRPr>
          </a:p>
          <a:p>
            <a:pPr algn="l"/>
            <a:endParaRPr lang="en-GB"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29939-3F9A-DB55-3850-59C2F3A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689D81A-ED31-2100-15DE-88FF715F49D7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3F4E3B-DE87-938B-E41A-23C5616A0CBC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BD813-B597-A646-A715-4F835B792D52}"/>
              </a:ext>
            </a:extLst>
          </p:cNvPr>
          <p:cNvSpPr txBox="1"/>
          <p:nvPr/>
        </p:nvSpPr>
        <p:spPr>
          <a:xfrm>
            <a:off x="655123" y="278852"/>
            <a:ext cx="909372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Unintended Consequences</a:t>
            </a:r>
            <a:endParaRPr lang="en-GB" sz="4000" dirty="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0BE03-132A-9E4F-A11D-98C6956B0695}"/>
              </a:ext>
            </a:extLst>
          </p:cNvPr>
          <p:cNvSpPr txBox="1"/>
          <p:nvPr/>
        </p:nvSpPr>
        <p:spPr>
          <a:xfrm>
            <a:off x="1229392" y="1473837"/>
            <a:ext cx="8999482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Definition: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Outcomes that are not intended by a purposeful action.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The Challenge: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AI solutions often have "side effects." 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Example: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Automating credit scores in Fintech might unintentionally exclude people without smartphones, worsening financial inequality.</a:t>
            </a:r>
            <a:endParaRPr lang="en-GB" sz="24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Question to Ask: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"If we 'fix' this, what happens to the rest of the system?"</a:t>
            </a:r>
            <a:endParaRPr lang="en-GB" sz="2400" dirty="0">
              <a:latin typeface="Times New Roman"/>
              <a:cs typeface="Times New Roman"/>
            </a:endParaRPr>
          </a:p>
          <a:p>
            <a:pPr algn="just"/>
            <a:endParaRPr lang="en-GB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581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78DA9-4A85-74EA-7780-58C5C112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CA03B4A-ED8C-EEEE-C9BE-1EA050DB89BA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527B40-5BC3-62B0-3743-ECEA138D473F}"/>
              </a:ext>
            </a:extLst>
          </p:cNvPr>
          <p:cNvSpPr txBox="1"/>
          <p:nvPr/>
        </p:nvSpPr>
        <p:spPr>
          <a:xfrm>
            <a:off x="1014956" y="151852"/>
            <a:ext cx="937947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accent3">
                    <a:lumMod val="76000"/>
                  </a:schemeClr>
                </a:solidFill>
                <a:ea typeface="+mn-lt"/>
                <a:cs typeface="+mn-lt"/>
              </a:rPr>
              <a:t>Introduction to Stakeholder Mapping</a:t>
            </a:r>
            <a:endParaRPr lang="en-US" dirty="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821204-A0B7-991E-BA22-F18746E80C0F}"/>
              </a:ext>
            </a:extLst>
          </p:cNvPr>
          <p:cNvSpPr txBox="1"/>
          <p:nvPr/>
        </p:nvSpPr>
        <p:spPr>
          <a:xfrm>
            <a:off x="713894" y="1176674"/>
            <a:ext cx="1020618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400" b="1" dirty="0">
                <a:latin typeface="Times New Roman"/>
                <a:ea typeface="+mn-lt"/>
                <a:cs typeface="+mn-lt"/>
              </a:rPr>
              <a:t>Purpose: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To identify who matters and how to manage their expectations. So before writing a single line of Python, you must know who is in the "room."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endParaRPr lang="en-GB" sz="2400" dirty="0">
              <a:latin typeface="Times New Roman"/>
              <a:ea typeface="+mn-lt"/>
              <a:cs typeface="+mn-lt"/>
            </a:endParaRPr>
          </a:p>
          <a:p>
            <a:pPr algn="just"/>
            <a:r>
              <a:rPr lang="en-GB" sz="2400" b="1" dirty="0">
                <a:latin typeface="Times New Roman"/>
                <a:ea typeface="+mn-lt"/>
                <a:cs typeface="+mn-lt"/>
              </a:rPr>
              <a:t>The Power/Interest Matrix (Grid):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High Power, High Interest: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Manage Closely (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Key players e.g., </a:t>
            </a:r>
            <a:r>
              <a:rPr lang="en-GB" sz="2400" dirty="0">
                <a:latin typeface="Times New Roman"/>
                <a:ea typeface="+mn-lt"/>
                <a:cs typeface="+mn-lt"/>
              </a:rPr>
              <a:t>Government, Major Banks).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High Power, Low Interest: </a:t>
            </a:r>
            <a:r>
              <a:rPr lang="en-GB" sz="2400" dirty="0">
                <a:latin typeface="Times New Roman"/>
                <a:ea typeface="+mn-lt"/>
                <a:cs typeface="+mn-lt"/>
              </a:rPr>
              <a:t>Meet their needs i.e., Keep Satisfied (Regulators/Investors).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Low Power, High Interest: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Keep informed (The end-users/</a:t>
            </a:r>
            <a:r>
              <a:rPr lang="en-GB" sz="2400" dirty="0">
                <a:latin typeface="Times New Roman"/>
                <a:ea typeface="+mn-lt"/>
                <a:cs typeface="Times New Roman"/>
              </a:rPr>
              <a:t>farmers</a:t>
            </a:r>
            <a:r>
              <a:rPr lang="en-GB" sz="2400" dirty="0">
                <a:latin typeface="Times New Roman"/>
                <a:ea typeface="+mn-lt"/>
                <a:cs typeface="+mn-lt"/>
              </a:rPr>
              <a:t>/Community).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Low Power, Low Interest: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Monitor only (General public).</a:t>
            </a:r>
            <a:endParaRPr lang="en-GB" sz="2400" dirty="0">
              <a:latin typeface="Times New Roman"/>
              <a:cs typeface="Times New Roman"/>
            </a:endParaRPr>
          </a:p>
          <a:p>
            <a:pPr algn="just"/>
            <a:endParaRPr lang="en-GB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91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888E1-21A9-92DA-0EF7-71449DF77B72}"/>
              </a:ext>
            </a:extLst>
          </p:cNvPr>
          <p:cNvSpPr txBox="1"/>
          <p:nvPr/>
        </p:nvSpPr>
        <p:spPr>
          <a:xfrm>
            <a:off x="348711" y="245389"/>
            <a:ext cx="995766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Activity – </a:t>
            </a:r>
            <a:r>
              <a:rPr lang="en-GB" sz="4000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Brainstorming Nigerian Market Problems</a:t>
            </a:r>
            <a:endParaRPr lang="en-US" sz="3600" dirty="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AA47C-AAEE-6EB0-2A96-0FF7E6D6422B}"/>
              </a:ext>
            </a:extLst>
          </p:cNvPr>
          <p:cNvSpPr txBox="1"/>
          <p:nvPr/>
        </p:nvSpPr>
        <p:spPr>
          <a:xfrm>
            <a:off x="636924" y="1705841"/>
            <a:ext cx="10562166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latin typeface="Times New Roman"/>
                <a:ea typeface="+mn-lt"/>
                <a:cs typeface="+mn-lt"/>
              </a:rPr>
              <a:t>Task:</a:t>
            </a:r>
            <a:r>
              <a:rPr lang="en-GB" sz="2800" dirty="0">
                <a:latin typeface="Times New Roman"/>
                <a:ea typeface="+mn-lt"/>
                <a:cs typeface="+mn-lt"/>
              </a:rPr>
              <a:t> Choose one sector (Agriculture, Healthcare, or Education) and analyse a common problem using systems thinking.</a:t>
            </a:r>
            <a:endParaRPr lang="en-US"/>
          </a:p>
          <a:p>
            <a:endParaRPr lang="en-GB" sz="2800" dirty="0"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800" b="1" dirty="0">
                <a:latin typeface="Times New Roman"/>
                <a:cs typeface="Times New Roman"/>
              </a:rPr>
              <a:t>Step 1: </a:t>
            </a:r>
            <a:r>
              <a:rPr lang="en-GB" sz="2800" dirty="0">
                <a:latin typeface="Times New Roman"/>
                <a:cs typeface="Times New Roman"/>
              </a:rPr>
              <a:t>Define the core problem.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 b="1" dirty="0">
                <a:latin typeface="Times New Roman"/>
                <a:cs typeface="Times New Roman"/>
              </a:rPr>
              <a:t>Step 2:</a:t>
            </a:r>
            <a:r>
              <a:rPr lang="en-GB" sz="2800" dirty="0">
                <a:latin typeface="Times New Roman"/>
                <a:cs typeface="Times New Roman"/>
              </a:rPr>
              <a:t> List at least 3 interconnected parts (e.g., Logistics, Government Policy, Trust).</a:t>
            </a:r>
          </a:p>
          <a:p>
            <a:pPr marL="285750" indent="-285750">
              <a:buFont typeface="Arial,Sans-Serif"/>
              <a:buChar char="•"/>
            </a:pPr>
            <a:r>
              <a:rPr lang="en-GB" sz="2800" b="1" dirty="0">
                <a:latin typeface="Times New Roman"/>
                <a:cs typeface="Times New Roman"/>
              </a:rPr>
              <a:t>Step 3:</a:t>
            </a:r>
            <a:r>
              <a:rPr lang="en-GB" sz="2800" dirty="0">
                <a:latin typeface="Times New Roman"/>
                <a:cs typeface="Times New Roman"/>
              </a:rPr>
              <a:t> Identify major Stakeholders and potential Unintended Consequence.</a:t>
            </a:r>
            <a:endParaRPr lang="en-GB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endParaRPr lang="en-GB" sz="28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800" dirty="0">
                <a:latin typeface="Times New Roman"/>
                <a:ea typeface="+mn-lt"/>
                <a:cs typeface="+mn-lt"/>
              </a:rPr>
              <a:t>Duration: 15 Minutes.</a:t>
            </a:r>
            <a:endParaRPr lang="en-GB"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0D528-D5C9-89A2-4DB1-F7BB2D90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9A218A-5658-ED77-4DA6-7FDB53739F1B}"/>
              </a:ext>
            </a:extLst>
          </p:cNvPr>
          <p:cNvSpPr txBox="1"/>
          <p:nvPr/>
        </p:nvSpPr>
        <p:spPr>
          <a:xfrm>
            <a:off x="1096091" y="912944"/>
            <a:ext cx="6888960" cy="520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E4177-C4ED-D431-8B59-1B358A0B3F59}"/>
              </a:ext>
            </a:extLst>
          </p:cNvPr>
          <p:cNvSpPr txBox="1"/>
          <p:nvPr/>
        </p:nvSpPr>
        <p:spPr>
          <a:xfrm>
            <a:off x="348711" y="245389"/>
            <a:ext cx="99576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The System Mapping Template</a:t>
            </a:r>
            <a:endParaRPr lang="en-GB" sz="320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EC5C4-1E7A-475E-42ED-6D9D093E04E9}"/>
              </a:ext>
            </a:extLst>
          </p:cNvPr>
          <p:cNvSpPr txBox="1"/>
          <p:nvPr/>
        </p:nvSpPr>
        <p:spPr>
          <a:xfrm>
            <a:off x="467591" y="1176674"/>
            <a:ext cx="11006665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>
                <a:latin typeface="Times New Roman"/>
                <a:cs typeface="Times New Roman"/>
              </a:rPr>
              <a:t>Problem Landscape Worksheet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b="1" dirty="0">
                <a:latin typeface="Times New Roman"/>
                <a:ea typeface="+mn-lt"/>
                <a:cs typeface="+mn-lt"/>
              </a:rPr>
              <a:t>Sector: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[Agriculture / Healthcare / Education]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b="1" dirty="0">
                <a:latin typeface="Times New Roman"/>
                <a:ea typeface="+mn-lt"/>
                <a:cs typeface="+mn-lt"/>
              </a:rPr>
              <a:t>Core Problem: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____________________________________________________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b="1" dirty="0">
                <a:latin typeface="Times New Roman"/>
                <a:ea typeface="+mn-lt"/>
                <a:cs typeface="+mn-lt"/>
              </a:rPr>
              <a:t>1. The Stakeholder Map</a:t>
            </a:r>
            <a:endParaRPr lang="en-GB" sz="1600" dirty="0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Who has the most to lose or is most affected by the change?</a:t>
            </a:r>
            <a:r>
              <a:rPr lang="en-GB" sz="1600" b="1" i="1" dirty="0">
                <a:latin typeface="Times New Roman"/>
                <a:ea typeface="+mn-lt"/>
                <a:cs typeface="+mn-lt"/>
              </a:rPr>
              <a:t> </a:t>
            </a:r>
            <a:r>
              <a:rPr lang="en-GB" sz="1600" i="1" dirty="0">
                <a:latin typeface="Times New Roman"/>
                <a:ea typeface="+mn-lt"/>
                <a:cs typeface="+mn-lt"/>
              </a:rPr>
              <a:t>(Low Power/High Interest): ______________</a:t>
            </a:r>
            <a:endParaRPr lang="en-GB" sz="1600" i="1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Who decides if the solution is allowed or legal?</a:t>
            </a:r>
            <a:r>
              <a:rPr lang="en-GB" sz="1600" i="1" dirty="0">
                <a:latin typeface="Times New Roman"/>
                <a:ea typeface="+mn-lt"/>
                <a:cs typeface="+mn-lt"/>
              </a:rPr>
              <a:t> (High Power/Low Interest): ________</a:t>
            </a:r>
            <a:endParaRPr lang="en-GB" sz="1600" i="1" dirty="0">
              <a:latin typeface="Times New Roman"/>
              <a:ea typeface="+mn-lt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Who is your essential partner and critical to project success?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</a:t>
            </a:r>
            <a:r>
              <a:rPr lang="en-GB" sz="1600" i="1" dirty="0">
                <a:latin typeface="Times New Roman"/>
                <a:ea typeface="+mn-lt"/>
                <a:cs typeface="+mn-lt"/>
              </a:rPr>
              <a:t>(High Power / High Interest): </a:t>
            </a:r>
            <a:r>
              <a:rPr lang="en-GB" sz="1600" i="1" dirty="0">
                <a:latin typeface="Times New Roman"/>
                <a:ea typeface="+mn-lt"/>
                <a:cs typeface="Times New Roman"/>
              </a:rPr>
              <a:t> ________</a:t>
            </a: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Who is minimally impacted and requires only general monitoring?</a:t>
            </a:r>
            <a:r>
              <a:rPr lang="en-GB" sz="1600" i="1" dirty="0">
                <a:latin typeface="Times New Roman"/>
                <a:ea typeface="+mn-lt"/>
                <a:cs typeface="+mn-lt"/>
              </a:rPr>
              <a:t> (Low Power / Low Interest): </a:t>
            </a:r>
            <a:r>
              <a:rPr lang="en-GB" sz="1600" i="1" dirty="0">
                <a:latin typeface="Times New Roman"/>
                <a:ea typeface="+mn-lt"/>
                <a:cs typeface="Times New Roman"/>
              </a:rPr>
              <a:t>________</a:t>
            </a:r>
            <a:endParaRPr lang="en-GB" sz="1600">
              <a:latin typeface="Times New Roman"/>
              <a:ea typeface="+mn-lt"/>
              <a:cs typeface="Times New Roman"/>
            </a:endParaRPr>
          </a:p>
          <a:p>
            <a:r>
              <a:rPr lang="en-GB" sz="1600" b="1" dirty="0">
                <a:latin typeface="Times New Roman"/>
                <a:ea typeface="+mn-lt"/>
                <a:cs typeface="+mn-lt"/>
              </a:rPr>
              <a:t>2. The Iceberg Analysis </a:t>
            </a:r>
            <a:endParaRPr lang="en-GB" sz="1600" b="1">
              <a:latin typeface="Times New Roman"/>
              <a:ea typeface="+mn-lt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The Event (Visible):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What is the obvious problem? _____________________</a:t>
            </a: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The Pattern (History):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How often does this happen? Is it getting worse? ___________________</a:t>
            </a: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The Structure (Systemic):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What laws, physical setups, or policies keep this happening? (e.g., "Bad roads prevent transport," "High cost of mobile data," or "No existing database for patient records"): ___________________</a:t>
            </a: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The Mental Model (Beliefs):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What do people believe that keeps this problem alive? (e.g., "AI is here to steal my job" or "Manual processes are safer than digital ones"): ___________________</a:t>
            </a:r>
            <a:endParaRPr lang="en-GB" sz="1600" dirty="0">
              <a:latin typeface="Times New Roman"/>
              <a:cs typeface="Times New Roman"/>
            </a:endParaRPr>
          </a:p>
          <a:p>
            <a:r>
              <a:rPr lang="en-GB" sz="1600" b="1" dirty="0">
                <a:latin typeface="Times New Roman"/>
                <a:ea typeface="+mn-lt"/>
                <a:cs typeface="+mn-lt"/>
              </a:rPr>
              <a:t>3. The AI Intervention &amp; Risk</a:t>
            </a:r>
            <a:endParaRPr lang="en-GB" sz="1600" dirty="0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Proposed AI Solution: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_____________________________________________</a:t>
            </a:r>
            <a:endParaRPr lang="en-GB" sz="1600" dirty="0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GB" sz="1600" b="1" dirty="0">
                <a:latin typeface="Times New Roman"/>
                <a:ea typeface="+mn-lt"/>
                <a:cs typeface="+mn-lt"/>
              </a:rPr>
              <a:t>The "Oops" Factor:</a:t>
            </a:r>
            <a:r>
              <a:rPr lang="en-GB" sz="1600" dirty="0">
                <a:latin typeface="Times New Roman"/>
                <a:ea typeface="+mn-lt"/>
                <a:cs typeface="+mn-lt"/>
              </a:rPr>
              <a:t> What is one unintended consequence this AI might cause? (e.g., "The app works, but now nobody talks to the local doctors anymore"): ___________________________________________________________</a:t>
            </a:r>
            <a:endParaRPr lang="en-GB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5366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D530E-CDF4-0AB8-DD55-FE9A8025841A}"/>
              </a:ext>
            </a:extLst>
          </p:cNvPr>
          <p:cNvSpPr txBox="1"/>
          <p:nvPr/>
        </p:nvSpPr>
        <p:spPr>
          <a:xfrm>
            <a:off x="383886" y="1420091"/>
            <a:ext cx="1106054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Holistic View: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Data isn't just numbers; it's a snapshot of a living system. Complex problems require looking at the whole, not just the parts.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GB" sz="2400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Stakeholders: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If you don't account for the user, the model will fail. Always map your stakeholders before designing an AI model.</a:t>
            </a:r>
          </a:p>
          <a:p>
            <a:pPr marL="285750" indent="-285750" algn="just">
              <a:buFont typeface="Arial"/>
              <a:buChar char="•"/>
            </a:pPr>
            <a:endParaRPr lang="en-GB" sz="2400" dirty="0">
              <a:latin typeface="Times New Roman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Feedback: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Always ask: "If I 'solve' this, what happens next?" Watch out for feedback loops that could make the problem worse.</a:t>
            </a: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endParaRPr lang="en-GB" sz="2400" dirty="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400" b="1" dirty="0">
                <a:latin typeface="Times New Roman"/>
                <a:ea typeface="+mn-lt"/>
                <a:cs typeface="+mn-lt"/>
              </a:rPr>
              <a:t>Discussion Question:</a:t>
            </a:r>
            <a:r>
              <a:rPr lang="en-GB" sz="2400" dirty="0">
                <a:latin typeface="Times New Roman"/>
                <a:ea typeface="+mn-lt"/>
                <a:cs typeface="+mn-lt"/>
              </a:rPr>
              <a:t> "Can you think of a time a 'solution' in Nigeria actually made a problem worse because of a lack of systems thinking?"</a:t>
            </a:r>
            <a:endParaRPr lang="en-GB" sz="2400" dirty="0">
              <a:latin typeface="Times New Roman"/>
              <a:cs typeface="Times New Roman"/>
            </a:endParaRPr>
          </a:p>
          <a:p>
            <a:pPr algn="just"/>
            <a:endParaRPr lang="en-GB" sz="24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0D686-DC9D-8EFF-31B9-E3E4DCD80F99}"/>
              </a:ext>
            </a:extLst>
          </p:cNvPr>
          <p:cNvSpPr txBox="1"/>
          <p:nvPr/>
        </p:nvSpPr>
        <p:spPr>
          <a:xfrm>
            <a:off x="1473006" y="415637"/>
            <a:ext cx="69291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solidFill>
                  <a:schemeClr val="accent3">
                    <a:lumMod val="49000"/>
                  </a:schemeClr>
                </a:solidFill>
                <a:latin typeface="Times New Roman"/>
                <a:cs typeface="Times New Roman"/>
              </a:rPr>
              <a:t>Summary</a:t>
            </a:r>
            <a:endParaRPr lang="en-GB" sz="3600" dirty="0">
              <a:solidFill>
                <a:schemeClr val="accent3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PunchcardVTI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1521</cp:revision>
  <dcterms:created xsi:type="dcterms:W3CDTF">2025-11-05T12:47:00Z</dcterms:created>
  <dcterms:modified xsi:type="dcterms:W3CDTF">2026-02-04T15:59:27Z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