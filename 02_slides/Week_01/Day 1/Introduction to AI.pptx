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7" r:id="rId2"/>
    <p:sldId id="259" r:id="rId3"/>
    <p:sldId id="282" r:id="rId4"/>
    <p:sldId id="281" r:id="rId5"/>
    <p:sldId id="279" r:id="rId6"/>
    <p:sldId id="284" r:id="rId7"/>
    <p:sldId id="285" r:id="rId8"/>
    <p:sldId id="286" r:id="rId9"/>
    <p:sldId id="283" r:id="rId10"/>
    <p:sldId id="280" r:id="rId11"/>
    <p:sldId id="26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3807F"/>
    <a:srgbClr val="45C2CA"/>
    <a:srgbClr val="48C3CB"/>
    <a:srgbClr val="FBA3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2AB656-F313-67A4-9627-3D3BA1554536}" v="73" dt="2026-02-04T14:22:51.877"/>
    <p1510:client id="{3232AF35-24F8-ED3A-E0FA-74C069AB8D7E}" v="805" dt="2026-02-04T13:24:24.360"/>
    <p1510:client id="{4359DADF-DE08-31CA-B467-E8B8686EA8C9}" v="417" dt="2026-02-04T14:14:04.1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awale Abiodun Ogundeji (Dr.)" userId="S::wale@ahfid.org::bf7f3b58-5492-4b16-a9d7-34d40e1eb056" providerId="AD" clId="Web-{C4985DDB-9B9F-B747-366B-F81DE1BBA141}"/>
    <pc:docChg chg="modSld">
      <pc:chgData name="Olawale Abiodun Ogundeji (Dr.)" userId="S::wale@ahfid.org::bf7f3b58-5492-4b16-a9d7-34d40e1eb056" providerId="AD" clId="Web-{C4985DDB-9B9F-B747-366B-F81DE1BBA141}" dt="2026-02-02T10:17:21.171" v="257"/>
      <pc:docMkLst>
        <pc:docMk/>
      </pc:docMkLst>
      <pc:sldChg chg="modSp">
        <pc:chgData name="Olawale Abiodun Ogundeji (Dr.)" userId="S::wale@ahfid.org::bf7f3b58-5492-4b16-a9d7-34d40e1eb056" providerId="AD" clId="Web-{C4985DDB-9B9F-B747-366B-F81DE1BBA141}" dt="2026-02-02T09:45:48.733" v="50" actId="20577"/>
        <pc:sldMkLst>
          <pc:docMk/>
          <pc:sldMk cId="0" sldId="257"/>
        </pc:sldMkLst>
        <pc:spChg chg="mod">
          <ac:chgData name="Olawale Abiodun Ogundeji (Dr.)" userId="S::wale@ahfid.org::bf7f3b58-5492-4b16-a9d7-34d40e1eb056" providerId="AD" clId="Web-{C4985DDB-9B9F-B747-366B-F81DE1BBA141}" dt="2026-02-02T09:45:48.733" v="50" actId="20577"/>
          <ac:spMkLst>
            <pc:docMk/>
            <pc:sldMk cId="0" sldId="257"/>
            <ac:spMk id="3" creationId="{9FC1A636-E70D-E210-F2FB-993CA5152805}"/>
          </ac:spMkLst>
        </pc:spChg>
      </pc:sldChg>
      <pc:sldChg chg="modSp">
        <pc:chgData name="Olawale Abiodun Ogundeji (Dr.)" userId="S::wale@ahfid.org::bf7f3b58-5492-4b16-a9d7-34d40e1eb056" providerId="AD" clId="Web-{C4985DDB-9B9F-B747-366B-F81DE1BBA141}" dt="2026-02-02T09:50:12.088" v="103" actId="20577"/>
        <pc:sldMkLst>
          <pc:docMk/>
          <pc:sldMk cId="0" sldId="259"/>
        </pc:sldMkLst>
        <pc:spChg chg="mod">
          <ac:chgData name="Olawale Abiodun Ogundeji (Dr.)" userId="S::wale@ahfid.org::bf7f3b58-5492-4b16-a9d7-34d40e1eb056" providerId="AD" clId="Web-{C4985DDB-9B9F-B747-366B-F81DE1BBA141}" dt="2026-02-02T09:50:12.088" v="103" actId="20577"/>
          <ac:spMkLst>
            <pc:docMk/>
            <pc:sldMk cId="0" sldId="259"/>
            <ac:spMk id="3" creationId="{3EDAD1F7-BB38-C95D-7ECE-AAB912129DEF}"/>
          </ac:spMkLst>
        </pc:spChg>
      </pc:sldChg>
      <pc:sldChg chg="addSp delSp modSp">
        <pc:chgData name="Olawale Abiodun Ogundeji (Dr.)" userId="S::wale@ahfid.org::bf7f3b58-5492-4b16-a9d7-34d40e1eb056" providerId="AD" clId="Web-{C4985DDB-9B9F-B747-366B-F81DE1BBA141}" dt="2026-02-02T10:17:21.171" v="257"/>
        <pc:sldMkLst>
          <pc:docMk/>
          <pc:sldMk cId="316734042" sldId="279"/>
        </pc:sldMkLst>
        <pc:spChg chg="mod">
          <ac:chgData name="Olawale Abiodun Ogundeji (Dr.)" userId="S::wale@ahfid.org::bf7f3b58-5492-4b16-a9d7-34d40e1eb056" providerId="AD" clId="Web-{C4985DDB-9B9F-B747-366B-F81DE1BBA141}" dt="2026-02-02T09:52:36.433" v="119" actId="14100"/>
          <ac:spMkLst>
            <pc:docMk/>
            <pc:sldMk cId="316734042" sldId="279"/>
            <ac:spMk id="3" creationId="{CE12020B-B16B-503A-3FCF-44BFBD11530F}"/>
          </ac:spMkLst>
        </pc:spChg>
      </pc:sldChg>
    </pc:docChg>
  </pc:docChgLst>
  <pc:docChgLst>
    <pc:chgData name="Olawale Abiodun Ogundeji (Dr.)" userId="S::wale@ahfid.org::bf7f3b58-5492-4b16-a9d7-34d40e1eb056" providerId="AD" clId="Web-{6A001E5D-2E17-0749-652C-1A18892185FF}"/>
    <pc:docChg chg="addSld modSld sldOrd">
      <pc:chgData name="Olawale Abiodun Ogundeji (Dr.)" userId="S::wale@ahfid.org::bf7f3b58-5492-4b16-a9d7-34d40e1eb056" providerId="AD" clId="Web-{6A001E5D-2E17-0749-652C-1A18892185FF}" dt="2026-01-29T21:27:36.234" v="1128" actId="14100"/>
      <pc:docMkLst>
        <pc:docMk/>
      </pc:docMkLst>
      <pc:sldChg chg="modSp">
        <pc:chgData name="Olawale Abiodun Ogundeji (Dr.)" userId="S::wale@ahfid.org::bf7f3b58-5492-4b16-a9d7-34d40e1eb056" providerId="AD" clId="Web-{6A001E5D-2E17-0749-652C-1A18892185FF}" dt="2026-01-28T13:04:02.086" v="0" actId="20577"/>
        <pc:sldMkLst>
          <pc:docMk/>
          <pc:sldMk cId="0" sldId="257"/>
        </pc:sldMkLst>
        <pc:spChg chg="mod">
          <ac:chgData name="Olawale Abiodun Ogundeji (Dr.)" userId="S::wale@ahfid.org::bf7f3b58-5492-4b16-a9d7-34d40e1eb056" providerId="AD" clId="Web-{6A001E5D-2E17-0749-652C-1A18892185FF}" dt="2026-01-28T13:04:02.086" v="0" actId="20577"/>
          <ac:spMkLst>
            <pc:docMk/>
            <pc:sldMk cId="0" sldId="257"/>
            <ac:spMk id="3" creationId="{9FC1A636-E70D-E210-F2FB-993CA5152805}"/>
          </ac:spMkLst>
        </pc:spChg>
      </pc:sldChg>
      <pc:sldChg chg="delSp modSp">
        <pc:chgData name="Olawale Abiodun Ogundeji (Dr.)" userId="S::wale@ahfid.org::bf7f3b58-5492-4b16-a9d7-34d40e1eb056" providerId="AD" clId="Web-{6A001E5D-2E17-0749-652C-1A18892185FF}" dt="2026-01-28T14:52:46.791" v="344" actId="20577"/>
        <pc:sldMkLst>
          <pc:docMk/>
          <pc:sldMk cId="0" sldId="260"/>
        </pc:sldMkLst>
      </pc:sldChg>
      <pc:sldChg chg="addSp modSp">
        <pc:chgData name="Olawale Abiodun Ogundeji (Dr.)" userId="S::wale@ahfid.org::bf7f3b58-5492-4b16-a9d7-34d40e1eb056" providerId="AD" clId="Web-{6A001E5D-2E17-0749-652C-1A18892185FF}" dt="2026-01-28T13:07:52.972" v="50" actId="20577"/>
        <pc:sldMkLst>
          <pc:docMk/>
          <pc:sldMk cId="2768235767" sldId="280"/>
        </pc:sldMkLst>
      </pc:sldChg>
    </pc:docChg>
  </pc:docChgLst>
  <pc:docChgLst>
    <pc:chgData name="Olawale Abiodun Ogundeji (Dr.)" userId="S::wale@ahfid.org::bf7f3b58-5492-4b16-a9d7-34d40e1eb056" providerId="AD" clId="Web-{1914E8DD-0A47-7831-CE6F-235AEF630E52}"/>
    <pc:docChg chg="addSld modSld">
      <pc:chgData name="Olawale Abiodun Ogundeji (Dr.)" userId="S::wale@ahfid.org::bf7f3b58-5492-4b16-a9d7-34d40e1eb056" providerId="AD" clId="Web-{1914E8DD-0A47-7831-CE6F-235AEF630E52}" dt="2026-01-28T10:24:33.510" v="529" actId="14100"/>
      <pc:docMkLst>
        <pc:docMk/>
      </pc:docMkLst>
      <pc:sldChg chg="modSp">
        <pc:chgData name="Olawale Abiodun Ogundeji (Dr.)" userId="S::wale@ahfid.org::bf7f3b58-5492-4b16-a9d7-34d40e1eb056" providerId="AD" clId="Web-{1914E8DD-0A47-7831-CE6F-235AEF630E52}" dt="2026-01-27T16:19:59.943" v="83" actId="20577"/>
        <pc:sldMkLst>
          <pc:docMk/>
          <pc:sldMk cId="0" sldId="257"/>
        </pc:sldMkLst>
        <pc:spChg chg="mod">
          <ac:chgData name="Olawale Abiodun Ogundeji (Dr.)" userId="S::wale@ahfid.org::bf7f3b58-5492-4b16-a9d7-34d40e1eb056" providerId="AD" clId="Web-{1914E8DD-0A47-7831-CE6F-235AEF630E52}" dt="2026-01-27T16:19:59.943" v="83" actId="20577"/>
          <ac:spMkLst>
            <pc:docMk/>
            <pc:sldMk cId="0" sldId="257"/>
            <ac:spMk id="3" creationId="{9FC1A636-E70D-E210-F2FB-993CA5152805}"/>
          </ac:spMkLst>
        </pc:spChg>
      </pc:sldChg>
      <pc:sldChg chg="addSp delSp modSp modNotes">
        <pc:chgData name="Olawale Abiodun Ogundeji (Dr.)" userId="S::wale@ahfid.org::bf7f3b58-5492-4b16-a9d7-34d40e1eb056" providerId="AD" clId="Web-{1914E8DD-0A47-7831-CE6F-235AEF630E52}" dt="2026-01-28T09:54:14.021" v="496" actId="20577"/>
        <pc:sldMkLst>
          <pc:docMk/>
          <pc:sldMk cId="0" sldId="259"/>
        </pc:sldMkLst>
        <pc:spChg chg="mod">
          <ac:chgData name="Olawale Abiodun Ogundeji (Dr.)" userId="S::wale@ahfid.org::bf7f3b58-5492-4b16-a9d7-34d40e1eb056" providerId="AD" clId="Web-{1914E8DD-0A47-7831-CE6F-235AEF630E52}" dt="2026-01-28T09:54:14.021" v="496" actId="20577"/>
          <ac:spMkLst>
            <pc:docMk/>
            <pc:sldMk cId="0" sldId="259"/>
            <ac:spMk id="3" creationId="{3EDAD1F7-BB38-C95D-7ECE-AAB912129DEF}"/>
          </ac:spMkLst>
        </pc:spChg>
      </pc:sldChg>
      <pc:sldChg chg="addSp delSp modSp mod modClrScheme chgLayout">
        <pc:chgData name="Olawale Abiodun Ogundeji (Dr.)" userId="S::wale@ahfid.org::bf7f3b58-5492-4b16-a9d7-34d40e1eb056" providerId="AD" clId="Web-{1914E8DD-0A47-7831-CE6F-235AEF630E52}" dt="2026-01-27T17:43:10.890" v="416"/>
        <pc:sldMkLst>
          <pc:docMk/>
          <pc:sldMk cId="0" sldId="260"/>
        </pc:sldMkLst>
      </pc:sldChg>
      <pc:sldChg chg="addSp delSp modSp add replId">
        <pc:chgData name="Olawale Abiodun Ogundeji (Dr.)" userId="S::wale@ahfid.org::bf7f3b58-5492-4b16-a9d7-34d40e1eb056" providerId="AD" clId="Web-{1914E8DD-0A47-7831-CE6F-235AEF630E52}" dt="2026-01-28T10:22:21.595" v="506" actId="1076"/>
        <pc:sldMkLst>
          <pc:docMk/>
          <pc:sldMk cId="316734042" sldId="279"/>
        </pc:sldMkLst>
      </pc:sldChg>
      <pc:sldChg chg="delSp modSp add replId">
        <pc:chgData name="Olawale Abiodun Ogundeji (Dr.)" userId="S::wale@ahfid.org::bf7f3b58-5492-4b16-a9d7-34d40e1eb056" providerId="AD" clId="Web-{1914E8DD-0A47-7831-CE6F-235AEF630E52}" dt="2026-01-28T10:24:33.510" v="529" actId="14100"/>
        <pc:sldMkLst>
          <pc:docMk/>
          <pc:sldMk cId="2768235767" sldId="280"/>
        </pc:sldMkLst>
        <pc:spChg chg="mod">
          <ac:chgData name="Olawale Abiodun Ogundeji (Dr.)" userId="S::wale@ahfid.org::bf7f3b58-5492-4b16-a9d7-34d40e1eb056" providerId="AD" clId="Web-{1914E8DD-0A47-7831-CE6F-235AEF630E52}" dt="2026-01-28T10:24:33.510" v="529" actId="14100"/>
          <ac:spMkLst>
            <pc:docMk/>
            <pc:sldMk cId="2768235767" sldId="280"/>
            <ac:spMk id="3" creationId="{330B4ED2-C158-4234-8FAA-211AA047B098}"/>
          </ac:spMkLst>
        </pc:spChg>
      </pc:sldChg>
    </pc:docChg>
  </pc:docChgLst>
  <pc:docChgLst>
    <pc:chgData name="Olawale Abiodun Ogundeji (Dr.)" userId="S::wale@ahfid.org::bf7f3b58-5492-4b16-a9d7-34d40e1eb056" providerId="AD" clId="Web-{301000A2-9556-BCD1-F8AA-31D9A4A84CE9}"/>
    <pc:docChg chg="modSld">
      <pc:chgData name="Olawale Abiodun Ogundeji (Dr.)" userId="S::wale@ahfid.org::bf7f3b58-5492-4b16-a9d7-34d40e1eb056" providerId="AD" clId="Web-{301000A2-9556-BCD1-F8AA-31D9A4A84CE9}" dt="2026-02-02T00:30:14.422" v="0" actId="20577"/>
      <pc:docMkLst>
        <pc:docMk/>
      </pc:docMkLst>
      <pc:sldChg chg="modSp">
        <pc:chgData name="Olawale Abiodun Ogundeji (Dr.)" userId="S::wale@ahfid.org::bf7f3b58-5492-4b16-a9d7-34d40e1eb056" providerId="AD" clId="Web-{301000A2-9556-BCD1-F8AA-31D9A4A84CE9}" dt="2026-02-02T00:30:14.422" v="0" actId="20577"/>
        <pc:sldMkLst>
          <pc:docMk/>
          <pc:sldMk cId="0" sldId="257"/>
        </pc:sldMkLst>
        <pc:spChg chg="mod">
          <ac:chgData name="Olawale Abiodun Ogundeji (Dr.)" userId="S::wale@ahfid.org::bf7f3b58-5492-4b16-a9d7-34d40e1eb056" providerId="AD" clId="Web-{301000A2-9556-BCD1-F8AA-31D9A4A84CE9}" dt="2026-02-02T00:30:14.422" v="0" actId="20577"/>
          <ac:spMkLst>
            <pc:docMk/>
            <pc:sldMk cId="0" sldId="257"/>
            <ac:spMk id="3" creationId="{9FC1A636-E70D-E210-F2FB-993CA5152805}"/>
          </ac:spMkLst>
        </pc:spChg>
      </pc:sldChg>
    </pc:docChg>
  </pc:docChgLst>
  <pc:docChgLst>
    <pc:chgData name="Olawale Abiodun Ogundeji (Dr.)" userId="S::wale@ahfid.org::bf7f3b58-5492-4b16-a9d7-34d40e1eb056" providerId="AD" clId="Web-{5AF634B1-8AA5-5917-112B-B7B226C02628}"/>
    <pc:docChg chg="delSld modSld">
      <pc:chgData name="Olawale Abiodun Ogundeji (Dr.)" userId="S::wale@ahfid.org::bf7f3b58-5492-4b16-a9d7-34d40e1eb056" providerId="AD" clId="Web-{5AF634B1-8AA5-5917-112B-B7B226C02628}" dt="2026-02-01T23:39:07.716" v="869" actId="20577"/>
      <pc:docMkLst>
        <pc:docMk/>
      </pc:docMkLst>
      <pc:sldChg chg="modSp">
        <pc:chgData name="Olawale Abiodun Ogundeji (Dr.)" userId="S::wale@ahfid.org::bf7f3b58-5492-4b16-a9d7-34d40e1eb056" providerId="AD" clId="Web-{5AF634B1-8AA5-5917-112B-B7B226C02628}" dt="2026-02-01T23:39:07.716" v="869" actId="20577"/>
        <pc:sldMkLst>
          <pc:docMk/>
          <pc:sldMk cId="0" sldId="257"/>
        </pc:sldMkLst>
        <pc:spChg chg="mod">
          <ac:chgData name="Olawale Abiodun Ogundeji (Dr.)" userId="S::wale@ahfid.org::bf7f3b58-5492-4b16-a9d7-34d40e1eb056" providerId="AD" clId="Web-{5AF634B1-8AA5-5917-112B-B7B226C02628}" dt="2026-02-01T23:39:07.716" v="869" actId="20577"/>
          <ac:spMkLst>
            <pc:docMk/>
            <pc:sldMk cId="0" sldId="257"/>
            <ac:spMk id="3" creationId="{9FC1A636-E70D-E210-F2FB-993CA5152805}"/>
          </ac:spMkLst>
        </pc:spChg>
      </pc:sldChg>
    </pc:docChg>
  </pc:docChgLst>
  <pc:docChgLst>
    <pc:chgData name="Olawale Abiodun Ogundeji (Dr.)" userId="S::wale@ahfid.org::bf7f3b58-5492-4b16-a9d7-34d40e1eb056" providerId="AD" clId="Web-{312AB656-F313-67A4-9627-3D3BA1554536}"/>
    <pc:docChg chg="modSld">
      <pc:chgData name="Olawale Abiodun Ogundeji (Dr.)" userId="S::wale@ahfid.org::bf7f3b58-5492-4b16-a9d7-34d40e1eb056" providerId="AD" clId="Web-{312AB656-F313-67A4-9627-3D3BA1554536}" dt="2026-02-04T14:22:51.877" v="46" actId="20577"/>
      <pc:docMkLst>
        <pc:docMk/>
      </pc:docMkLst>
      <pc:sldChg chg="modSp">
        <pc:chgData name="Olawale Abiodun Ogundeji (Dr.)" userId="S::wale@ahfid.org::bf7f3b58-5492-4b16-a9d7-34d40e1eb056" providerId="AD" clId="Web-{312AB656-F313-67A4-9627-3D3BA1554536}" dt="2026-02-04T14:22:51.877" v="46" actId="20577"/>
        <pc:sldMkLst>
          <pc:docMk/>
          <pc:sldMk cId="0" sldId="257"/>
        </pc:sldMkLst>
        <pc:spChg chg="mod">
          <ac:chgData name="Olawale Abiodun Ogundeji (Dr.)" userId="S::wale@ahfid.org::bf7f3b58-5492-4b16-a9d7-34d40e1eb056" providerId="AD" clId="Web-{312AB656-F313-67A4-9627-3D3BA1554536}" dt="2026-02-04T14:22:51.877" v="46" actId="20577"/>
          <ac:spMkLst>
            <pc:docMk/>
            <pc:sldMk cId="0" sldId="257"/>
            <ac:spMk id="3" creationId="{9FC1A636-E70D-E210-F2FB-993CA5152805}"/>
          </ac:spMkLst>
        </pc:spChg>
      </pc:sldChg>
    </pc:docChg>
  </pc:docChgLst>
  <pc:docChgLst>
    <pc:chgData name="Olawale Abiodun Ogundeji (Dr.)" userId="S::wale@ahfid.org::bf7f3b58-5492-4b16-a9d7-34d40e1eb056" providerId="AD" clId="Web-{3232AF35-24F8-ED3A-E0FA-74C069AB8D7E}"/>
    <pc:docChg chg="addSld delSld modSld sldOrd">
      <pc:chgData name="Olawale Abiodun Ogundeji (Dr.)" userId="S::wale@ahfid.org::bf7f3b58-5492-4b16-a9d7-34d40e1eb056" providerId="AD" clId="Web-{3232AF35-24F8-ED3A-E0FA-74C069AB8D7E}" dt="2026-02-04T13:23:57.594" v="508" actId="14100"/>
      <pc:docMkLst>
        <pc:docMk/>
      </pc:docMkLst>
      <pc:sldChg chg="modSp">
        <pc:chgData name="Olawale Abiodun Ogundeji (Dr.)" userId="S::wale@ahfid.org::bf7f3b58-5492-4b16-a9d7-34d40e1eb056" providerId="AD" clId="Web-{3232AF35-24F8-ED3A-E0FA-74C069AB8D7E}" dt="2026-02-04T11:30:39.264" v="39" actId="20577"/>
        <pc:sldMkLst>
          <pc:docMk/>
          <pc:sldMk cId="0" sldId="257"/>
        </pc:sldMkLst>
        <pc:spChg chg="mod">
          <ac:chgData name="Olawale Abiodun Ogundeji (Dr.)" userId="S::wale@ahfid.org::bf7f3b58-5492-4b16-a9d7-34d40e1eb056" providerId="AD" clId="Web-{3232AF35-24F8-ED3A-E0FA-74C069AB8D7E}" dt="2026-02-04T11:30:39.264" v="39" actId="20577"/>
          <ac:spMkLst>
            <pc:docMk/>
            <pc:sldMk cId="0" sldId="257"/>
            <ac:spMk id="3" creationId="{9FC1A636-E70D-E210-F2FB-993CA5152805}"/>
          </ac:spMkLst>
        </pc:spChg>
      </pc:sldChg>
      <pc:sldChg chg="addSp delSp modSp">
        <pc:chgData name="Olawale Abiodun Ogundeji (Dr.)" userId="S::wale@ahfid.org::bf7f3b58-5492-4b16-a9d7-34d40e1eb056" providerId="AD" clId="Web-{3232AF35-24F8-ED3A-E0FA-74C069AB8D7E}" dt="2026-02-04T11:41:18.391" v="100" actId="20577"/>
        <pc:sldMkLst>
          <pc:docMk/>
          <pc:sldMk cId="0" sldId="259"/>
        </pc:sldMkLst>
        <pc:spChg chg="mod">
          <ac:chgData name="Olawale Abiodun Ogundeji (Dr.)" userId="S::wale@ahfid.org::bf7f3b58-5492-4b16-a9d7-34d40e1eb056" providerId="AD" clId="Web-{3232AF35-24F8-ED3A-E0FA-74C069AB8D7E}" dt="2026-02-04T11:31:30.457" v="42" actId="20577"/>
          <ac:spMkLst>
            <pc:docMk/>
            <pc:sldMk cId="0" sldId="259"/>
            <ac:spMk id="3" creationId="{3EDAD1F7-BB38-C95D-7ECE-AAB912129DEF}"/>
          </ac:spMkLst>
        </pc:spChg>
        <pc:spChg chg="del mod">
          <ac:chgData name="Olawale Abiodun Ogundeji (Dr.)" userId="S::wale@ahfid.org::bf7f3b58-5492-4b16-a9d7-34d40e1eb056" providerId="AD" clId="Web-{3232AF35-24F8-ED3A-E0FA-74C069AB8D7E}" dt="2026-02-04T11:31:41.708" v="46"/>
          <ac:spMkLst>
            <pc:docMk/>
            <pc:sldMk cId="0" sldId="259"/>
            <ac:spMk id="4" creationId="{AB6FD9B8-82F3-3021-C31F-6B268285D27A}"/>
          </ac:spMkLst>
        </pc:spChg>
        <pc:spChg chg="add mod">
          <ac:chgData name="Olawale Abiodun Ogundeji (Dr.)" userId="S::wale@ahfid.org::bf7f3b58-5492-4b16-a9d7-34d40e1eb056" providerId="AD" clId="Web-{3232AF35-24F8-ED3A-E0FA-74C069AB8D7E}" dt="2026-02-04T11:41:18.391" v="100" actId="20577"/>
          <ac:spMkLst>
            <pc:docMk/>
            <pc:sldMk cId="0" sldId="259"/>
            <ac:spMk id="6" creationId="{3D51C889-42B9-2081-B278-7B11140FAFD7}"/>
          </ac:spMkLst>
        </pc:spChg>
        <pc:picChg chg="add mod">
          <ac:chgData name="Olawale Abiodun Ogundeji (Dr.)" userId="S::wale@ahfid.org::bf7f3b58-5492-4b16-a9d7-34d40e1eb056" providerId="AD" clId="Web-{3232AF35-24F8-ED3A-E0FA-74C069AB8D7E}" dt="2026-02-04T11:35:56.897" v="62" actId="1076"/>
          <ac:picMkLst>
            <pc:docMk/>
            <pc:sldMk cId="0" sldId="259"/>
            <ac:picMk id="5" creationId="{8A7E6FBF-183A-FD2A-276E-6B16E36D87B4}"/>
          </ac:picMkLst>
        </pc:picChg>
      </pc:sldChg>
      <pc:sldChg chg="addSp delSp modSp">
        <pc:chgData name="Olawale Abiodun Ogundeji (Dr.)" userId="S::wale@ahfid.org::bf7f3b58-5492-4b16-a9d7-34d40e1eb056" providerId="AD" clId="Web-{3232AF35-24F8-ED3A-E0FA-74C069AB8D7E}" dt="2026-02-04T12:06:31.164" v="320" actId="20577"/>
        <pc:sldMkLst>
          <pc:docMk/>
          <pc:sldMk cId="0" sldId="260"/>
        </pc:sldMkLst>
        <pc:spChg chg="add mod">
          <ac:chgData name="Olawale Abiodun Ogundeji (Dr.)" userId="S::wale@ahfid.org::bf7f3b58-5492-4b16-a9d7-34d40e1eb056" providerId="AD" clId="Web-{3232AF35-24F8-ED3A-E0FA-74C069AB8D7E}" dt="2026-02-04T12:06:31.164" v="320" actId="20577"/>
          <ac:spMkLst>
            <pc:docMk/>
            <pc:sldMk cId="0" sldId="260"/>
            <ac:spMk id="2" creationId="{FF040CF8-DDBD-2E27-59DD-535BF32A5AB0}"/>
          </ac:spMkLst>
        </pc:spChg>
        <pc:spChg chg="del">
          <ac:chgData name="Olawale Abiodun Ogundeji (Dr.)" userId="S::wale@ahfid.org::bf7f3b58-5492-4b16-a9d7-34d40e1eb056" providerId="AD" clId="Web-{3232AF35-24F8-ED3A-E0FA-74C069AB8D7E}" dt="2026-02-04T11:56:36.443" v="234"/>
          <ac:spMkLst>
            <pc:docMk/>
            <pc:sldMk cId="0" sldId="260"/>
            <ac:spMk id="3" creationId="{E027D56F-6A20-5C99-E8DE-9713F5C3E7A4}"/>
          </ac:spMkLst>
        </pc:spChg>
        <pc:spChg chg="add mod">
          <ac:chgData name="Olawale Abiodun Ogundeji (Dr.)" userId="S::wale@ahfid.org::bf7f3b58-5492-4b16-a9d7-34d40e1eb056" providerId="AD" clId="Web-{3232AF35-24F8-ED3A-E0FA-74C069AB8D7E}" dt="2026-02-04T12:04:41.669" v="302" actId="20577"/>
          <ac:spMkLst>
            <pc:docMk/>
            <pc:sldMk cId="0" sldId="260"/>
            <ac:spMk id="4" creationId="{F7F031C7-A92D-B580-5B0D-AD5CBAED8142}"/>
          </ac:spMkLst>
        </pc:spChg>
        <pc:graphicFrameChg chg="del mod modGraphic">
          <ac:chgData name="Olawale Abiodun Ogundeji (Dr.)" userId="S::wale@ahfid.org::bf7f3b58-5492-4b16-a9d7-34d40e1eb056" providerId="AD" clId="Web-{3232AF35-24F8-ED3A-E0FA-74C069AB8D7E}" dt="2026-02-04T11:57:19.663" v="256"/>
          <ac:graphicFrameMkLst>
            <pc:docMk/>
            <pc:sldMk cId="0" sldId="260"/>
            <ac:graphicFrameMk id="13" creationId="{798E8C13-E851-176B-0534-7502CF53C121}"/>
          </ac:graphicFrameMkLst>
        </pc:graphicFrameChg>
      </pc:sldChg>
      <pc:sldChg chg="del">
        <pc:chgData name="Olawale Abiodun Ogundeji (Dr.)" userId="S::wale@ahfid.org::bf7f3b58-5492-4b16-a9d7-34d40e1eb056" providerId="AD" clId="Web-{3232AF35-24F8-ED3A-E0FA-74C069AB8D7E}" dt="2026-02-04T12:03:18.065" v="280"/>
        <pc:sldMkLst>
          <pc:docMk/>
          <pc:sldMk cId="0" sldId="261"/>
        </pc:sldMkLst>
      </pc:sldChg>
      <pc:sldChg chg="del">
        <pc:chgData name="Olawale Abiodun Ogundeji (Dr.)" userId="S::wale@ahfid.org::bf7f3b58-5492-4b16-a9d7-34d40e1eb056" providerId="AD" clId="Web-{3232AF35-24F8-ED3A-E0FA-74C069AB8D7E}" dt="2026-02-04T12:03:18.049" v="279"/>
        <pc:sldMkLst>
          <pc:docMk/>
          <pc:sldMk cId="0" sldId="262"/>
        </pc:sldMkLst>
      </pc:sldChg>
      <pc:sldChg chg="del">
        <pc:chgData name="Olawale Abiodun Ogundeji (Dr.)" userId="S::wale@ahfid.org::bf7f3b58-5492-4b16-a9d7-34d40e1eb056" providerId="AD" clId="Web-{3232AF35-24F8-ED3A-E0FA-74C069AB8D7E}" dt="2026-02-04T12:03:30.629" v="283"/>
        <pc:sldMkLst>
          <pc:docMk/>
          <pc:sldMk cId="0" sldId="263"/>
        </pc:sldMkLst>
      </pc:sldChg>
      <pc:sldChg chg="del">
        <pc:chgData name="Olawale Abiodun Ogundeji (Dr.)" userId="S::wale@ahfid.org::bf7f3b58-5492-4b16-a9d7-34d40e1eb056" providerId="AD" clId="Web-{3232AF35-24F8-ED3A-E0FA-74C069AB8D7E}" dt="2026-02-04T12:03:30.629" v="282"/>
        <pc:sldMkLst>
          <pc:docMk/>
          <pc:sldMk cId="0" sldId="264"/>
        </pc:sldMkLst>
      </pc:sldChg>
      <pc:sldChg chg="del">
        <pc:chgData name="Olawale Abiodun Ogundeji (Dr.)" userId="S::wale@ahfid.org::bf7f3b58-5492-4b16-a9d7-34d40e1eb056" providerId="AD" clId="Web-{3232AF35-24F8-ED3A-E0FA-74C069AB8D7E}" dt="2026-02-04T12:03:30.629" v="281"/>
        <pc:sldMkLst>
          <pc:docMk/>
          <pc:sldMk cId="0" sldId="265"/>
        </pc:sldMkLst>
      </pc:sldChg>
      <pc:sldChg chg="del">
        <pc:chgData name="Olawale Abiodun Ogundeji (Dr.)" userId="S::wale@ahfid.org::bf7f3b58-5492-4b16-a9d7-34d40e1eb056" providerId="AD" clId="Web-{3232AF35-24F8-ED3A-E0FA-74C069AB8D7E}" dt="2026-02-04T12:03:57.351" v="291"/>
        <pc:sldMkLst>
          <pc:docMk/>
          <pc:sldMk cId="0" sldId="266"/>
        </pc:sldMkLst>
      </pc:sldChg>
      <pc:sldChg chg="del">
        <pc:chgData name="Olawale Abiodun Ogundeji (Dr.)" userId="S::wale@ahfid.org::bf7f3b58-5492-4b16-a9d7-34d40e1eb056" providerId="AD" clId="Web-{3232AF35-24F8-ED3A-E0FA-74C069AB8D7E}" dt="2026-02-04T12:03:57.351" v="290"/>
        <pc:sldMkLst>
          <pc:docMk/>
          <pc:sldMk cId="0" sldId="267"/>
        </pc:sldMkLst>
      </pc:sldChg>
      <pc:sldChg chg="del">
        <pc:chgData name="Olawale Abiodun Ogundeji (Dr.)" userId="S::wale@ahfid.org::bf7f3b58-5492-4b16-a9d7-34d40e1eb056" providerId="AD" clId="Web-{3232AF35-24F8-ED3A-E0FA-74C069AB8D7E}" dt="2026-02-04T12:03:57.351" v="289"/>
        <pc:sldMkLst>
          <pc:docMk/>
          <pc:sldMk cId="0" sldId="268"/>
        </pc:sldMkLst>
      </pc:sldChg>
      <pc:sldChg chg="del">
        <pc:chgData name="Olawale Abiodun Ogundeji (Dr.)" userId="S::wale@ahfid.org::bf7f3b58-5492-4b16-a9d7-34d40e1eb056" providerId="AD" clId="Web-{3232AF35-24F8-ED3A-E0FA-74C069AB8D7E}" dt="2026-02-04T12:03:57.336" v="286"/>
        <pc:sldMkLst>
          <pc:docMk/>
          <pc:sldMk cId="0" sldId="269"/>
        </pc:sldMkLst>
      </pc:sldChg>
      <pc:sldChg chg="del">
        <pc:chgData name="Olawale Abiodun Ogundeji (Dr.)" userId="S::wale@ahfid.org::bf7f3b58-5492-4b16-a9d7-34d40e1eb056" providerId="AD" clId="Web-{3232AF35-24F8-ED3A-E0FA-74C069AB8D7E}" dt="2026-02-04T12:03:57.336" v="287"/>
        <pc:sldMkLst>
          <pc:docMk/>
          <pc:sldMk cId="0" sldId="271"/>
        </pc:sldMkLst>
      </pc:sldChg>
      <pc:sldChg chg="del">
        <pc:chgData name="Olawale Abiodun Ogundeji (Dr.)" userId="S::wale@ahfid.org::bf7f3b58-5492-4b16-a9d7-34d40e1eb056" providerId="AD" clId="Web-{3232AF35-24F8-ED3A-E0FA-74C069AB8D7E}" dt="2026-02-04T12:03:57.336" v="288"/>
        <pc:sldMkLst>
          <pc:docMk/>
          <pc:sldMk cId="0" sldId="273"/>
        </pc:sldMkLst>
      </pc:sldChg>
      <pc:sldChg chg="del">
        <pc:chgData name="Olawale Abiodun Ogundeji (Dr.)" userId="S::wale@ahfid.org::bf7f3b58-5492-4b16-a9d7-34d40e1eb056" providerId="AD" clId="Web-{3232AF35-24F8-ED3A-E0FA-74C069AB8D7E}" dt="2026-02-04T12:03:57.336" v="285"/>
        <pc:sldMkLst>
          <pc:docMk/>
          <pc:sldMk cId="0" sldId="274"/>
        </pc:sldMkLst>
      </pc:sldChg>
      <pc:sldChg chg="del">
        <pc:chgData name="Olawale Abiodun Ogundeji (Dr.)" userId="S::wale@ahfid.org::bf7f3b58-5492-4b16-a9d7-34d40e1eb056" providerId="AD" clId="Web-{3232AF35-24F8-ED3A-E0FA-74C069AB8D7E}" dt="2026-02-04T12:03:57.336" v="284"/>
        <pc:sldMkLst>
          <pc:docMk/>
          <pc:sldMk cId="0" sldId="275"/>
        </pc:sldMkLst>
      </pc:sldChg>
      <pc:sldChg chg="addSp delSp modSp ord">
        <pc:chgData name="Olawale Abiodun Ogundeji (Dr.)" userId="S::wale@ahfid.org::bf7f3b58-5492-4b16-a9d7-34d40e1eb056" providerId="AD" clId="Web-{3232AF35-24F8-ED3A-E0FA-74C069AB8D7E}" dt="2026-02-04T12:38:46.621" v="412"/>
        <pc:sldMkLst>
          <pc:docMk/>
          <pc:sldMk cId="316734042" sldId="279"/>
        </pc:sldMkLst>
        <pc:spChg chg="mod">
          <ac:chgData name="Olawale Abiodun Ogundeji (Dr.)" userId="S::wale@ahfid.org::bf7f3b58-5492-4b16-a9d7-34d40e1eb056" providerId="AD" clId="Web-{3232AF35-24F8-ED3A-E0FA-74C069AB8D7E}" dt="2026-02-04T11:40:46.484" v="97" actId="20577"/>
          <ac:spMkLst>
            <pc:docMk/>
            <pc:sldMk cId="316734042" sldId="279"/>
            <ac:spMk id="3" creationId="{CE12020B-B16B-503A-3FCF-44BFBD11530F}"/>
          </ac:spMkLst>
        </pc:spChg>
        <pc:spChg chg="del">
          <ac:chgData name="Olawale Abiodun Ogundeji (Dr.)" userId="S::wale@ahfid.org::bf7f3b58-5492-4b16-a9d7-34d40e1eb056" providerId="AD" clId="Web-{3232AF35-24F8-ED3A-E0FA-74C069AB8D7E}" dt="2026-02-04T11:39:52.701" v="63"/>
          <ac:spMkLst>
            <pc:docMk/>
            <pc:sldMk cId="316734042" sldId="279"/>
            <ac:spMk id="4" creationId="{36BEA256-3DA1-4623-8B72-B13DE058C82F}"/>
          </ac:spMkLst>
        </pc:spChg>
        <pc:spChg chg="add mod">
          <ac:chgData name="Olawale Abiodun Ogundeji (Dr.)" userId="S::wale@ahfid.org::bf7f3b58-5492-4b16-a9d7-34d40e1eb056" providerId="AD" clId="Web-{3232AF35-24F8-ED3A-E0FA-74C069AB8D7E}" dt="2026-02-04T11:43:00.690" v="112" actId="20577"/>
          <ac:spMkLst>
            <pc:docMk/>
            <pc:sldMk cId="316734042" sldId="279"/>
            <ac:spMk id="5" creationId="{77105D8D-AE67-7EF3-2996-3921B2E4A175}"/>
          </ac:spMkLst>
        </pc:spChg>
        <pc:graphicFrameChg chg="del mod modGraphic">
          <ac:chgData name="Olawale Abiodun Ogundeji (Dr.)" userId="S::wale@ahfid.org::bf7f3b58-5492-4b16-a9d7-34d40e1eb056" providerId="AD" clId="Web-{3232AF35-24F8-ED3A-E0FA-74C069AB8D7E}" dt="2026-02-04T11:40:27.999" v="96"/>
          <ac:graphicFrameMkLst>
            <pc:docMk/>
            <pc:sldMk cId="316734042" sldId="279"/>
            <ac:graphicFrameMk id="6" creationId="{D856EE41-D5CB-3273-5E35-F365224556FF}"/>
          </ac:graphicFrameMkLst>
        </pc:graphicFrameChg>
      </pc:sldChg>
      <pc:sldChg chg="addSp delSp modSp">
        <pc:chgData name="Olawale Abiodun Ogundeji (Dr.)" userId="S::wale@ahfid.org::bf7f3b58-5492-4b16-a9d7-34d40e1eb056" providerId="AD" clId="Web-{3232AF35-24F8-ED3A-E0FA-74C069AB8D7E}" dt="2026-02-04T11:56:11.333" v="233"/>
        <pc:sldMkLst>
          <pc:docMk/>
          <pc:sldMk cId="2768235767" sldId="280"/>
        </pc:sldMkLst>
        <pc:spChg chg="mod">
          <ac:chgData name="Olawale Abiodun Ogundeji (Dr.)" userId="S::wale@ahfid.org::bf7f3b58-5492-4b16-a9d7-34d40e1eb056" providerId="AD" clId="Web-{3232AF35-24F8-ED3A-E0FA-74C069AB8D7E}" dt="2026-02-04T11:44:54.574" v="116" actId="14100"/>
          <ac:spMkLst>
            <pc:docMk/>
            <pc:sldMk cId="2768235767" sldId="280"/>
            <ac:spMk id="3" creationId="{330B4ED2-C158-4234-8FAA-211AA047B098}"/>
          </ac:spMkLst>
        </pc:spChg>
        <pc:spChg chg="del mod">
          <ac:chgData name="Olawale Abiodun Ogundeji (Dr.)" userId="S::wale@ahfid.org::bf7f3b58-5492-4b16-a9d7-34d40e1eb056" providerId="AD" clId="Web-{3232AF35-24F8-ED3A-E0FA-74C069AB8D7E}" dt="2026-02-04T11:45:30.034" v="119"/>
          <ac:spMkLst>
            <pc:docMk/>
            <pc:sldMk cId="2768235767" sldId="280"/>
            <ac:spMk id="4" creationId="{63C9C1FC-64E3-F489-ADF7-CD0AB08644BD}"/>
          </ac:spMkLst>
        </pc:spChg>
        <pc:spChg chg="add mod">
          <ac:chgData name="Olawale Abiodun Ogundeji (Dr.)" userId="S::wale@ahfid.org::bf7f3b58-5492-4b16-a9d7-34d40e1eb056" providerId="AD" clId="Web-{3232AF35-24F8-ED3A-E0FA-74C069AB8D7E}" dt="2026-02-04T11:47:23.832" v="157" actId="20577"/>
          <ac:spMkLst>
            <pc:docMk/>
            <pc:sldMk cId="2768235767" sldId="280"/>
            <ac:spMk id="5" creationId="{D1D64276-8587-6383-78C0-60C70213AE91}"/>
          </ac:spMkLst>
        </pc:spChg>
        <pc:graphicFrameChg chg="add mod modGraphic">
          <ac:chgData name="Olawale Abiodun Ogundeji (Dr.)" userId="S::wale@ahfid.org::bf7f3b58-5492-4b16-a9d7-34d40e1eb056" providerId="AD" clId="Web-{3232AF35-24F8-ED3A-E0FA-74C069AB8D7E}" dt="2026-02-04T11:56:11.333" v="233"/>
          <ac:graphicFrameMkLst>
            <pc:docMk/>
            <pc:sldMk cId="2768235767" sldId="280"/>
            <ac:graphicFrameMk id="7" creationId="{541FB7A8-183E-04F7-F2FC-FF34C1AA7C64}"/>
          </ac:graphicFrameMkLst>
        </pc:graphicFrameChg>
      </pc:sldChg>
      <pc:sldChg chg="del">
        <pc:chgData name="Olawale Abiodun Ogundeji (Dr.)" userId="S::wale@ahfid.org::bf7f3b58-5492-4b16-a9d7-34d40e1eb056" providerId="AD" clId="Web-{3232AF35-24F8-ED3A-E0FA-74C069AB8D7E}" dt="2026-02-04T12:03:06.985" v="277"/>
        <pc:sldMkLst>
          <pc:docMk/>
          <pc:sldMk cId="1066914800" sldId="281"/>
        </pc:sldMkLst>
      </pc:sldChg>
      <pc:sldChg chg="modSp add replId">
        <pc:chgData name="Olawale Abiodun Ogundeji (Dr.)" userId="S::wale@ahfid.org::bf7f3b58-5492-4b16-a9d7-34d40e1eb056" providerId="AD" clId="Web-{3232AF35-24F8-ED3A-E0FA-74C069AB8D7E}" dt="2026-02-04T13:16:37.460" v="494" actId="20577"/>
        <pc:sldMkLst>
          <pc:docMk/>
          <pc:sldMk cId="4279679797" sldId="281"/>
        </pc:sldMkLst>
        <pc:spChg chg="mod">
          <ac:chgData name="Olawale Abiodun Ogundeji (Dr.)" userId="S::wale@ahfid.org::bf7f3b58-5492-4b16-a9d7-34d40e1eb056" providerId="AD" clId="Web-{3232AF35-24F8-ED3A-E0FA-74C069AB8D7E}" dt="2026-02-04T13:15:24.488" v="469" actId="20577"/>
          <ac:spMkLst>
            <pc:docMk/>
            <pc:sldMk cId="4279679797" sldId="281"/>
            <ac:spMk id="3" creationId="{29EA01AE-3CB5-B85C-4F90-0AA98E7E85D4}"/>
          </ac:spMkLst>
        </pc:spChg>
        <pc:spChg chg="mod">
          <ac:chgData name="Olawale Abiodun Ogundeji (Dr.)" userId="S::wale@ahfid.org::bf7f3b58-5492-4b16-a9d7-34d40e1eb056" providerId="AD" clId="Web-{3232AF35-24F8-ED3A-E0FA-74C069AB8D7E}" dt="2026-02-04T13:16:37.460" v="494" actId="20577"/>
          <ac:spMkLst>
            <pc:docMk/>
            <pc:sldMk cId="4279679797" sldId="281"/>
            <ac:spMk id="5" creationId="{9525BF1C-0971-E3A9-37A8-576BD99AF979}"/>
          </ac:spMkLst>
        </pc:spChg>
      </pc:sldChg>
      <pc:sldChg chg="del">
        <pc:chgData name="Olawale Abiodun Ogundeji (Dr.)" userId="S::wale@ahfid.org::bf7f3b58-5492-4b16-a9d7-34d40e1eb056" providerId="AD" clId="Web-{3232AF35-24F8-ED3A-E0FA-74C069AB8D7E}" dt="2026-02-04T12:03:18.049" v="278"/>
        <pc:sldMkLst>
          <pc:docMk/>
          <pc:sldMk cId="783745987" sldId="282"/>
        </pc:sldMkLst>
      </pc:sldChg>
      <pc:sldChg chg="addSp delSp modSp add replId">
        <pc:chgData name="Olawale Abiodun Ogundeji (Dr.)" userId="S::wale@ahfid.org::bf7f3b58-5492-4b16-a9d7-34d40e1eb056" providerId="AD" clId="Web-{3232AF35-24F8-ED3A-E0FA-74C069AB8D7E}" dt="2026-02-04T13:23:57.594" v="508" actId="14100"/>
        <pc:sldMkLst>
          <pc:docMk/>
          <pc:sldMk cId="838455973" sldId="282"/>
        </pc:sldMkLst>
        <pc:spChg chg="del">
          <ac:chgData name="Olawale Abiodun Ogundeji (Dr.)" userId="S::wale@ahfid.org::bf7f3b58-5492-4b16-a9d7-34d40e1eb056" providerId="AD" clId="Web-{3232AF35-24F8-ED3A-E0FA-74C069AB8D7E}" dt="2026-02-04T13:23:27.562" v="505"/>
          <ac:spMkLst>
            <pc:docMk/>
            <pc:sldMk cId="838455973" sldId="282"/>
            <ac:spMk id="2" creationId="{1A986D06-D57B-C3A8-319A-8A50D1255C7F}"/>
          </ac:spMkLst>
        </pc:spChg>
        <pc:spChg chg="mod">
          <ac:chgData name="Olawale Abiodun Ogundeji (Dr.)" userId="S::wale@ahfid.org::bf7f3b58-5492-4b16-a9d7-34d40e1eb056" providerId="AD" clId="Web-{3232AF35-24F8-ED3A-E0FA-74C069AB8D7E}" dt="2026-02-04T13:22:36.702" v="496" actId="20577"/>
          <ac:spMkLst>
            <pc:docMk/>
            <pc:sldMk cId="838455973" sldId="282"/>
            <ac:spMk id="3" creationId="{BC0CCE73-69DE-DA43-60A1-1B82A308C880}"/>
          </ac:spMkLst>
        </pc:spChg>
        <pc:spChg chg="mod">
          <ac:chgData name="Olawale Abiodun Ogundeji (Dr.)" userId="S::wale@ahfid.org::bf7f3b58-5492-4b16-a9d7-34d40e1eb056" providerId="AD" clId="Web-{3232AF35-24F8-ED3A-E0FA-74C069AB8D7E}" dt="2026-02-04T13:23:57.594" v="508" actId="14100"/>
          <ac:spMkLst>
            <pc:docMk/>
            <pc:sldMk cId="838455973" sldId="282"/>
            <ac:spMk id="5" creationId="{70E54C8B-80F6-91B2-F0E4-582E44CC8598}"/>
          </ac:spMkLst>
        </pc:spChg>
        <pc:spChg chg="add mod">
          <ac:chgData name="Olawale Abiodun Ogundeji (Dr.)" userId="S::wale@ahfid.org::bf7f3b58-5492-4b16-a9d7-34d40e1eb056" providerId="AD" clId="Web-{3232AF35-24F8-ED3A-E0FA-74C069AB8D7E}" dt="2026-02-04T13:23:27.562" v="505"/>
          <ac:spMkLst>
            <pc:docMk/>
            <pc:sldMk cId="838455973" sldId="282"/>
            <ac:spMk id="6" creationId="{5ED85D0B-96B8-6143-BB78-08DA24344666}"/>
          </ac:spMkLst>
        </pc:spChg>
      </pc:sldChg>
    </pc:docChg>
  </pc:docChgLst>
  <pc:docChgLst>
    <pc:chgData name="Olawale Abiodun Ogundeji (Dr.)" userId="S::wale@ahfid.org::bf7f3b58-5492-4b16-a9d7-34d40e1eb056" providerId="AD" clId="Web-{0EFA9307-D9A1-8FEF-E0AD-A8240F15A8CD}"/>
    <pc:docChg chg="modSld">
      <pc:chgData name="Olawale Abiodun Ogundeji (Dr.)" userId="S::wale@ahfid.org::bf7f3b58-5492-4b16-a9d7-34d40e1eb056" providerId="AD" clId="Web-{0EFA9307-D9A1-8FEF-E0AD-A8240F15A8CD}" dt="2026-01-21T22:16:26.865" v="7" actId="20577"/>
      <pc:docMkLst>
        <pc:docMk/>
      </pc:docMkLst>
      <pc:sldChg chg="modSp">
        <pc:chgData name="Olawale Abiodun Ogundeji (Dr.)" userId="S::wale@ahfid.org::bf7f3b58-5492-4b16-a9d7-34d40e1eb056" providerId="AD" clId="Web-{0EFA9307-D9A1-8FEF-E0AD-A8240F15A8CD}" dt="2026-01-21T22:16:26.865" v="7" actId="20577"/>
        <pc:sldMkLst>
          <pc:docMk/>
          <pc:sldMk cId="0" sldId="257"/>
        </pc:sldMkLst>
        <pc:spChg chg="mod">
          <ac:chgData name="Olawale Abiodun Ogundeji (Dr.)" userId="S::wale@ahfid.org::bf7f3b58-5492-4b16-a9d7-34d40e1eb056" providerId="AD" clId="Web-{0EFA9307-D9A1-8FEF-E0AD-A8240F15A8CD}" dt="2026-01-21T22:16:26.865" v="7" actId="20577"/>
          <ac:spMkLst>
            <pc:docMk/>
            <pc:sldMk cId="0" sldId="257"/>
            <ac:spMk id="3" creationId="{9FC1A636-E70D-E210-F2FB-993CA5152805}"/>
          </ac:spMkLst>
        </pc:spChg>
      </pc:sldChg>
      <pc:sldChg chg="modSp">
        <pc:chgData name="Olawale Abiodun Ogundeji (Dr.)" userId="S::wale@ahfid.org::bf7f3b58-5492-4b16-a9d7-34d40e1eb056" providerId="AD" clId="Web-{0EFA9307-D9A1-8FEF-E0AD-A8240F15A8CD}" dt="2026-01-21T22:15:25.209" v="3" actId="20577"/>
        <pc:sldMkLst>
          <pc:docMk/>
          <pc:sldMk cId="0" sldId="259"/>
        </pc:sldMkLst>
      </pc:sldChg>
    </pc:docChg>
  </pc:docChgLst>
  <pc:docChgLst>
    <pc:chgData clId="Web-{301000A2-9556-BCD1-F8AA-31D9A4A84CE9}"/>
    <pc:docChg chg="modSld">
      <pc:chgData name="" userId="" providerId="" clId="Web-{301000A2-9556-BCD1-F8AA-31D9A4A84CE9}" dt="2026-02-02T00:30:09.656" v="3" actId="20577"/>
      <pc:docMkLst>
        <pc:docMk/>
      </pc:docMkLst>
      <pc:sldChg chg="modSp">
        <pc:chgData name="" userId="" providerId="" clId="Web-{301000A2-9556-BCD1-F8AA-31D9A4A84CE9}" dt="2026-02-02T00:30:09.656" v="3" actId="20577"/>
        <pc:sldMkLst>
          <pc:docMk/>
          <pc:sldMk cId="0" sldId="257"/>
        </pc:sldMkLst>
        <pc:spChg chg="mod">
          <ac:chgData name="" userId="" providerId="" clId="Web-{301000A2-9556-BCD1-F8AA-31D9A4A84CE9}" dt="2026-02-02T00:30:09.656" v="3" actId="20577"/>
          <ac:spMkLst>
            <pc:docMk/>
            <pc:sldMk cId="0" sldId="257"/>
            <ac:spMk id="3" creationId="{9FC1A636-E70D-E210-F2FB-993CA5152805}"/>
          </ac:spMkLst>
        </pc:spChg>
      </pc:sldChg>
    </pc:docChg>
  </pc:docChgLst>
  <pc:docChgLst>
    <pc:chgData clId="Web-{312AB656-F313-67A4-9627-3D3BA1554536}"/>
    <pc:docChg chg="modSld">
      <pc:chgData name="" userId="" providerId="" clId="Web-{312AB656-F313-67A4-9627-3D3BA1554536}" dt="2026-02-04T14:19:26.311" v="4" actId="20577"/>
      <pc:docMkLst>
        <pc:docMk/>
      </pc:docMkLst>
      <pc:sldChg chg="modSp">
        <pc:chgData name="" userId="" providerId="" clId="Web-{312AB656-F313-67A4-9627-3D3BA1554536}" dt="2026-02-04T14:19:26.311" v="4" actId="20577"/>
        <pc:sldMkLst>
          <pc:docMk/>
          <pc:sldMk cId="0" sldId="257"/>
        </pc:sldMkLst>
        <pc:spChg chg="mod">
          <ac:chgData name="" userId="" providerId="" clId="Web-{312AB656-F313-67A4-9627-3D3BA1554536}" dt="2026-02-04T14:19:26.311" v="4" actId="20577"/>
          <ac:spMkLst>
            <pc:docMk/>
            <pc:sldMk cId="0" sldId="257"/>
            <ac:spMk id="3" creationId="{9FC1A636-E70D-E210-F2FB-993CA5152805}"/>
          </ac:spMkLst>
        </pc:spChg>
      </pc:sldChg>
    </pc:docChg>
  </pc:docChgLst>
  <pc:docChgLst>
    <pc:chgData name="Olawale Abiodun Ogundeji (Dr.)" userId="S::wale@ahfid.org::bf7f3b58-5492-4b16-a9d7-34d40e1eb056" providerId="AD" clId="Web-{DE92FAB8-5C49-5EFD-E114-E06D170F8F9C}"/>
    <pc:docChg chg="modSld">
      <pc:chgData name="Olawale Abiodun Ogundeji (Dr.)" userId="S::wale@ahfid.org::bf7f3b58-5492-4b16-a9d7-34d40e1eb056" providerId="AD" clId="Web-{DE92FAB8-5C49-5EFD-E114-E06D170F8F9C}" dt="2026-01-21T18:56:38.863" v="168" actId="14100"/>
      <pc:docMkLst>
        <pc:docMk/>
      </pc:docMkLst>
      <pc:sldChg chg="addSp delSp modSp">
        <pc:chgData name="Olawale Abiodun Ogundeji (Dr.)" userId="S::wale@ahfid.org::bf7f3b58-5492-4b16-a9d7-34d40e1eb056" providerId="AD" clId="Web-{DE92FAB8-5C49-5EFD-E114-E06D170F8F9C}" dt="2026-01-21T18:56:38.863" v="168" actId="14100"/>
        <pc:sldMkLst>
          <pc:docMk/>
          <pc:sldMk cId="0" sldId="259"/>
        </pc:sldMkLst>
        <pc:spChg chg="mod">
          <ac:chgData name="Olawale Abiodun Ogundeji (Dr.)" userId="S::wale@ahfid.org::bf7f3b58-5492-4b16-a9d7-34d40e1eb056" providerId="AD" clId="Web-{DE92FAB8-5C49-5EFD-E114-E06D170F8F9C}" dt="2026-01-21T18:52:30.278" v="108" actId="20577"/>
          <ac:spMkLst>
            <pc:docMk/>
            <pc:sldMk cId="0" sldId="259"/>
            <ac:spMk id="2" creationId="{00000000-0000-0000-0000-000000000000}"/>
          </ac:spMkLst>
        </pc:spChg>
        <pc:spChg chg="add mod">
          <ac:chgData name="Olawale Abiodun Ogundeji (Dr.)" userId="S::wale@ahfid.org::bf7f3b58-5492-4b16-a9d7-34d40e1eb056" providerId="AD" clId="Web-{DE92FAB8-5C49-5EFD-E114-E06D170F8F9C}" dt="2026-01-21T18:56:30.222" v="166" actId="20577"/>
          <ac:spMkLst>
            <pc:docMk/>
            <pc:sldMk cId="0" sldId="259"/>
            <ac:spMk id="3" creationId="{3EDAD1F7-BB38-C95D-7ECE-AAB912129DEF}"/>
          </ac:spMkLst>
        </pc:spChg>
      </pc:sldChg>
    </pc:docChg>
  </pc:docChgLst>
  <pc:docChgLst>
    <pc:chgData name="Olawale Abiodun Ogundeji (Dr.)" userId="S::wale@ahfid.org::bf7f3b58-5492-4b16-a9d7-34d40e1eb056" providerId="AD" clId="Web-{4359DADF-DE08-31CA-B467-E8B8686EA8C9}"/>
    <pc:docChg chg="addSld modSld sldOrd">
      <pc:chgData name="Olawale Abiodun Ogundeji (Dr.)" userId="S::wale@ahfid.org::bf7f3b58-5492-4b16-a9d7-34d40e1eb056" providerId="AD" clId="Web-{4359DADF-DE08-31CA-B467-E8B8686EA8C9}" dt="2026-02-04T14:14:02.376" v="270" actId="20577"/>
      <pc:docMkLst>
        <pc:docMk/>
      </pc:docMkLst>
      <pc:sldChg chg="modSp">
        <pc:chgData name="Olawale Abiodun Ogundeji (Dr.)" userId="S::wale@ahfid.org::bf7f3b58-5492-4b16-a9d7-34d40e1eb056" providerId="AD" clId="Web-{4359DADF-DE08-31CA-B467-E8B8686EA8C9}" dt="2026-02-04T14:14:02.376" v="270" actId="20577"/>
        <pc:sldMkLst>
          <pc:docMk/>
          <pc:sldMk cId="316734042" sldId="279"/>
        </pc:sldMkLst>
        <pc:spChg chg="mod">
          <ac:chgData name="Olawale Abiodun Ogundeji (Dr.)" userId="S::wale@ahfid.org::bf7f3b58-5492-4b16-a9d7-34d40e1eb056" providerId="AD" clId="Web-{4359DADF-DE08-31CA-B467-E8B8686EA8C9}" dt="2026-02-04T13:51:14.886" v="125" actId="20577"/>
          <ac:spMkLst>
            <pc:docMk/>
            <pc:sldMk cId="316734042" sldId="279"/>
            <ac:spMk id="3" creationId="{CE12020B-B16B-503A-3FCF-44BFBD11530F}"/>
          </ac:spMkLst>
        </pc:spChg>
        <pc:spChg chg="mod">
          <ac:chgData name="Olawale Abiodun Ogundeji (Dr.)" userId="S::wale@ahfid.org::bf7f3b58-5492-4b16-a9d7-34d40e1eb056" providerId="AD" clId="Web-{4359DADF-DE08-31CA-B467-E8B8686EA8C9}" dt="2026-02-04T14:14:02.376" v="270" actId="20577"/>
          <ac:spMkLst>
            <pc:docMk/>
            <pc:sldMk cId="316734042" sldId="279"/>
            <ac:spMk id="5" creationId="{77105D8D-AE67-7EF3-2996-3921B2E4A175}"/>
          </ac:spMkLst>
        </pc:spChg>
      </pc:sldChg>
      <pc:sldChg chg="addSp delSp modSp ord">
        <pc:chgData name="Olawale Abiodun Ogundeji (Dr.)" userId="S::wale@ahfid.org::bf7f3b58-5492-4b16-a9d7-34d40e1eb056" providerId="AD" clId="Web-{4359DADF-DE08-31CA-B467-E8B8686EA8C9}" dt="2026-02-04T13:38:52.172" v="50" actId="14100"/>
        <pc:sldMkLst>
          <pc:docMk/>
          <pc:sldMk cId="4279679797" sldId="281"/>
        </pc:sldMkLst>
        <pc:spChg chg="mod">
          <ac:chgData name="Olawale Abiodun Ogundeji (Dr.)" userId="S::wale@ahfid.org::bf7f3b58-5492-4b16-a9d7-34d40e1eb056" providerId="AD" clId="Web-{4359DADF-DE08-31CA-B467-E8B8686EA8C9}" dt="2026-02-04T13:32:15.862" v="19" actId="20577"/>
          <ac:spMkLst>
            <pc:docMk/>
            <pc:sldMk cId="4279679797" sldId="281"/>
            <ac:spMk id="3" creationId="{29EA01AE-3CB5-B85C-4F90-0AA98E7E85D4}"/>
          </ac:spMkLst>
        </pc:spChg>
        <pc:spChg chg="del">
          <ac:chgData name="Olawale Abiodun Ogundeji (Dr.)" userId="S::wale@ahfid.org::bf7f3b58-5492-4b16-a9d7-34d40e1eb056" providerId="AD" clId="Web-{4359DADF-DE08-31CA-B467-E8B8686EA8C9}" dt="2026-02-04T13:32:22.644" v="20"/>
          <ac:spMkLst>
            <pc:docMk/>
            <pc:sldMk cId="4279679797" sldId="281"/>
            <ac:spMk id="5" creationId="{9525BF1C-0971-E3A9-37A8-576BD99AF979}"/>
          </ac:spMkLst>
        </pc:spChg>
        <pc:spChg chg="add mod">
          <ac:chgData name="Olawale Abiodun Ogundeji (Dr.)" userId="S::wale@ahfid.org::bf7f3b58-5492-4b16-a9d7-34d40e1eb056" providerId="AD" clId="Web-{4359DADF-DE08-31CA-B467-E8B8686EA8C9}" dt="2026-02-04T13:38:52.172" v="50" actId="14100"/>
          <ac:spMkLst>
            <pc:docMk/>
            <pc:sldMk cId="4279679797" sldId="281"/>
            <ac:spMk id="6" creationId="{63718E18-FF39-BA2D-9E5A-EF0B31471753}"/>
          </ac:spMkLst>
        </pc:spChg>
        <pc:picChg chg="add mod">
          <ac:chgData name="Olawale Abiodun Ogundeji (Dr.)" userId="S::wale@ahfid.org::bf7f3b58-5492-4b16-a9d7-34d40e1eb056" providerId="AD" clId="Web-{4359DADF-DE08-31CA-B467-E8B8686EA8C9}" dt="2026-02-04T13:38:15.405" v="45" actId="1076"/>
          <ac:picMkLst>
            <pc:docMk/>
            <pc:sldMk cId="4279679797" sldId="281"/>
            <ac:picMk id="4" creationId="{E67E3322-C0AF-1BB1-C14C-DBBBC5EC5973}"/>
          </ac:picMkLst>
        </pc:picChg>
      </pc:sldChg>
      <pc:sldChg chg="addSp delSp modSp">
        <pc:chgData name="Olawale Abiodun Ogundeji (Dr.)" userId="S::wale@ahfid.org::bf7f3b58-5492-4b16-a9d7-34d40e1eb056" providerId="AD" clId="Web-{4359DADF-DE08-31CA-B467-E8B8686EA8C9}" dt="2026-02-04T13:31:07.547" v="17" actId="20577"/>
        <pc:sldMkLst>
          <pc:docMk/>
          <pc:sldMk cId="838455973" sldId="282"/>
        </pc:sldMkLst>
        <pc:spChg chg="add del mod">
          <ac:chgData name="Olawale Abiodun Ogundeji (Dr.)" userId="S::wale@ahfid.org::bf7f3b58-5492-4b16-a9d7-34d40e1eb056" providerId="AD" clId="Web-{4359DADF-DE08-31CA-B467-E8B8686EA8C9}" dt="2026-02-04T13:31:07.547" v="17" actId="20577"/>
          <ac:spMkLst>
            <pc:docMk/>
            <pc:sldMk cId="838455973" sldId="282"/>
            <ac:spMk id="2" creationId="{AC8F6D7D-7528-C26E-EA85-8A59B1AE2E8C}"/>
          </ac:spMkLst>
        </pc:spChg>
        <pc:spChg chg="del mod">
          <ac:chgData name="Olawale Abiodun Ogundeji (Dr.)" userId="S::wale@ahfid.org::bf7f3b58-5492-4b16-a9d7-34d40e1eb056" providerId="AD" clId="Web-{4359DADF-DE08-31CA-B467-E8B8686EA8C9}" dt="2026-02-04T13:30:24.624" v="2"/>
          <ac:spMkLst>
            <pc:docMk/>
            <pc:sldMk cId="838455973" sldId="282"/>
            <ac:spMk id="5" creationId="{70E54C8B-80F6-91B2-F0E4-582E44CC8598}"/>
          </ac:spMkLst>
        </pc:spChg>
        <pc:spChg chg="del">
          <ac:chgData name="Olawale Abiodun Ogundeji (Dr.)" userId="S::wale@ahfid.org::bf7f3b58-5492-4b16-a9d7-34d40e1eb056" providerId="AD" clId="Web-{4359DADF-DE08-31CA-B467-E8B8686EA8C9}" dt="2026-02-04T13:30:27.812" v="3"/>
          <ac:spMkLst>
            <pc:docMk/>
            <pc:sldMk cId="838455973" sldId="282"/>
            <ac:spMk id="6" creationId="{5ED85D0B-96B8-6143-BB78-08DA24344666}"/>
          </ac:spMkLst>
        </pc:spChg>
      </pc:sldChg>
      <pc:sldChg chg="add replId">
        <pc:chgData name="Olawale Abiodun Ogundeji (Dr.)" userId="S::wale@ahfid.org::bf7f3b58-5492-4b16-a9d7-34d40e1eb056" providerId="AD" clId="Web-{4359DADF-DE08-31CA-B467-E8B8686EA8C9}" dt="2026-02-04T13:39:04.328" v="51"/>
        <pc:sldMkLst>
          <pc:docMk/>
          <pc:sldMk cId="779078583" sldId="283"/>
        </pc:sldMkLst>
      </pc:sldChg>
      <pc:sldChg chg="addSp delSp modSp add replId">
        <pc:chgData name="Olawale Abiodun Ogundeji (Dr.)" userId="S::wale@ahfid.org::bf7f3b58-5492-4b16-a9d7-34d40e1eb056" providerId="AD" clId="Web-{4359DADF-DE08-31CA-B467-E8B8686EA8C9}" dt="2026-02-04T14:13:50.735" v="269" actId="20577"/>
        <pc:sldMkLst>
          <pc:docMk/>
          <pc:sldMk cId="3884084745" sldId="284"/>
        </pc:sldMkLst>
        <pc:spChg chg="del">
          <ac:chgData name="Olawale Abiodun Ogundeji (Dr.)" userId="S::wale@ahfid.org::bf7f3b58-5492-4b16-a9d7-34d40e1eb056" providerId="AD" clId="Web-{4359DADF-DE08-31CA-B467-E8B8686EA8C9}" dt="2026-02-04T13:53:41.031" v="143"/>
          <ac:spMkLst>
            <pc:docMk/>
            <pc:sldMk cId="3884084745" sldId="284"/>
            <ac:spMk id="2" creationId="{D5B8918E-6E8B-440D-6F41-6B913CB53E06}"/>
          </ac:spMkLst>
        </pc:spChg>
        <pc:spChg chg="mod">
          <ac:chgData name="Olawale Abiodun Ogundeji (Dr.)" userId="S::wale@ahfid.org::bf7f3b58-5492-4b16-a9d7-34d40e1eb056" providerId="AD" clId="Web-{4359DADF-DE08-31CA-B467-E8B8686EA8C9}" dt="2026-02-04T13:56:44.174" v="173" actId="20577"/>
          <ac:spMkLst>
            <pc:docMk/>
            <pc:sldMk cId="3884084745" sldId="284"/>
            <ac:spMk id="3" creationId="{6998BD24-1790-4419-97F2-3A3C7A53CEE2}"/>
          </ac:spMkLst>
        </pc:spChg>
        <pc:spChg chg="mod">
          <ac:chgData name="Olawale Abiodun Ogundeji (Dr.)" userId="S::wale@ahfid.org::bf7f3b58-5492-4b16-a9d7-34d40e1eb056" providerId="AD" clId="Web-{4359DADF-DE08-31CA-B467-E8B8686EA8C9}" dt="2026-02-04T14:13:50.735" v="269" actId="20577"/>
          <ac:spMkLst>
            <pc:docMk/>
            <pc:sldMk cId="3884084745" sldId="284"/>
            <ac:spMk id="5" creationId="{A30FB6B8-AD89-A99C-1F05-7ED8CBCF51CC}"/>
          </ac:spMkLst>
        </pc:spChg>
        <pc:spChg chg="add del mod">
          <ac:chgData name="Olawale Abiodun Ogundeji (Dr.)" userId="S::wale@ahfid.org::bf7f3b58-5492-4b16-a9d7-34d40e1eb056" providerId="AD" clId="Web-{4359DADF-DE08-31CA-B467-E8B8686EA8C9}" dt="2026-02-04T13:53:47.843" v="144"/>
          <ac:spMkLst>
            <pc:docMk/>
            <pc:sldMk cId="3884084745" sldId="284"/>
            <ac:spMk id="6" creationId="{77996827-AE27-F3E2-D107-1915ED2AC4DF}"/>
          </ac:spMkLst>
        </pc:spChg>
      </pc:sldChg>
      <pc:sldChg chg="modSp add replId">
        <pc:chgData name="Olawale Abiodun Ogundeji (Dr.)" userId="S::wale@ahfid.org::bf7f3b58-5492-4b16-a9d7-34d40e1eb056" providerId="AD" clId="Web-{4359DADF-DE08-31CA-B467-E8B8686EA8C9}" dt="2026-02-04T14:13:17.531" v="262" actId="20577"/>
        <pc:sldMkLst>
          <pc:docMk/>
          <pc:sldMk cId="3186106264" sldId="285"/>
        </pc:sldMkLst>
        <pc:spChg chg="mod">
          <ac:chgData name="Olawale Abiodun Ogundeji (Dr.)" userId="S::wale@ahfid.org::bf7f3b58-5492-4b16-a9d7-34d40e1eb056" providerId="AD" clId="Web-{4359DADF-DE08-31CA-B467-E8B8686EA8C9}" dt="2026-02-04T13:56:17.721" v="161" actId="20577"/>
          <ac:spMkLst>
            <pc:docMk/>
            <pc:sldMk cId="3186106264" sldId="285"/>
            <ac:spMk id="3" creationId="{46E0E669-EBF6-ECB7-E612-5FA41399A4A8}"/>
          </ac:spMkLst>
        </pc:spChg>
        <pc:spChg chg="mod">
          <ac:chgData name="Olawale Abiodun Ogundeji (Dr.)" userId="S::wale@ahfid.org::bf7f3b58-5492-4b16-a9d7-34d40e1eb056" providerId="AD" clId="Web-{4359DADF-DE08-31CA-B467-E8B8686EA8C9}" dt="2026-02-04T14:13:17.531" v="262" actId="20577"/>
          <ac:spMkLst>
            <pc:docMk/>
            <pc:sldMk cId="3186106264" sldId="285"/>
            <ac:spMk id="5" creationId="{6F9E0A9A-919D-AB2D-BCC3-B3BFC7DCBA88}"/>
          </ac:spMkLst>
        </pc:spChg>
      </pc:sldChg>
      <pc:sldChg chg="modSp add replId">
        <pc:chgData name="Olawale Abiodun Ogundeji (Dr.)" userId="S::wale@ahfid.org::bf7f3b58-5492-4b16-a9d7-34d40e1eb056" providerId="AD" clId="Web-{4359DADF-DE08-31CA-B467-E8B8686EA8C9}" dt="2026-02-04T14:12:57.546" v="261" actId="20577"/>
        <pc:sldMkLst>
          <pc:docMk/>
          <pc:sldMk cId="3180712152" sldId="286"/>
        </pc:sldMkLst>
        <pc:spChg chg="mod">
          <ac:chgData name="Olawale Abiodun Ogundeji (Dr.)" userId="S::wale@ahfid.org::bf7f3b58-5492-4b16-a9d7-34d40e1eb056" providerId="AD" clId="Web-{4359DADF-DE08-31CA-B467-E8B8686EA8C9}" dt="2026-02-04T14:11:42.871" v="243" actId="20577"/>
          <ac:spMkLst>
            <pc:docMk/>
            <pc:sldMk cId="3180712152" sldId="286"/>
            <ac:spMk id="3" creationId="{DC8375D1-8142-971B-B910-C880B4FCE5E9}"/>
          </ac:spMkLst>
        </pc:spChg>
        <pc:spChg chg="mod">
          <ac:chgData name="Olawale Abiodun Ogundeji (Dr.)" userId="S::wale@ahfid.org::bf7f3b58-5492-4b16-a9d7-34d40e1eb056" providerId="AD" clId="Web-{4359DADF-DE08-31CA-B467-E8B8686EA8C9}" dt="2026-02-04T14:12:57.546" v="261" actId="20577"/>
          <ac:spMkLst>
            <pc:docMk/>
            <pc:sldMk cId="3180712152" sldId="286"/>
            <ac:spMk id="5" creationId="{668A767A-E9AB-4C30-F782-9F870B96E58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9A7199-659A-4064-9D87-9E89ED46822F}" type="datetimeFigureOut">
              <a:t>2/4/2026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ECD79B-70D4-4C0F-8998-82B634FB71F5}" type="slidenum">
              <a:t>‹#›</a:t>
            </a:fld>
            <a:endParaRPr lang="en-GB"/>
          </a:p>
        </p:txBody>
      </p:sp>
    </p:spTree>
    <p:extLst>
      <p:ext uri="{BB962C8B-B14F-4D97-AF65-F5344CB8AC3E}">
        <p14:creationId xmlns:p14="http://schemas.microsoft.com/office/powerpoint/2010/main" val="1019473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solidFill>
                  <a:srgbClr val="03807F"/>
                </a:solidFill>
              </a:rPr>
              <a:t>Two models with the same accuracy behave very differently in deployment. Why? Distribution shift and variance: Because </a:t>
            </a:r>
            <a:r>
              <a:rPr lang="en-US" b="1">
                <a:solidFill>
                  <a:srgbClr val="03807F"/>
                </a:solidFill>
              </a:rPr>
              <a:t>accuracy is an average</a:t>
            </a:r>
            <a:r>
              <a:rPr lang="en-US">
                <a:solidFill>
                  <a:srgbClr val="03807F"/>
                </a:solidFill>
              </a:rPr>
              <a:t>, while </a:t>
            </a:r>
            <a:r>
              <a:rPr lang="en-US" b="1">
                <a:solidFill>
                  <a:srgbClr val="03807F"/>
                </a:solidFill>
              </a:rPr>
              <a:t>deployment exposes models to changing data distributions and different levels of variance</a:t>
            </a:r>
            <a:r>
              <a:rPr lang="en-US">
                <a:solidFill>
                  <a:srgbClr val="03807F"/>
                </a:solidFill>
              </a:rPr>
              <a:t>.</a:t>
            </a:r>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9FECD79B-70D4-4C0F-8998-82B634FB71F5}" type="slidenum">
              <a:t>2</a:t>
            </a:fld>
            <a:endParaRPr lang="en-GB"/>
          </a:p>
        </p:txBody>
      </p:sp>
    </p:spTree>
    <p:extLst>
      <p:ext uri="{BB962C8B-B14F-4D97-AF65-F5344CB8AC3E}">
        <p14:creationId xmlns:p14="http://schemas.microsoft.com/office/powerpoint/2010/main" val="1894571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0CCB8-7AE1-31A1-1331-CDD84CEF8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2FF1B-09B8-593F-5CFD-FCD0FF4642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2CC621-BABF-211A-F623-544498C0113F}"/>
              </a:ext>
            </a:extLst>
          </p:cNvPr>
          <p:cNvSpPr>
            <a:spLocks noGrp="1"/>
          </p:cNvSpPr>
          <p:nvPr>
            <p:ph type="body" idx="1"/>
          </p:nvPr>
        </p:nvSpPr>
        <p:spPr/>
        <p:txBody>
          <a:bodyPr/>
          <a:lstStyle/>
          <a:p>
            <a:pPr marL="171450" indent="-171450">
              <a:buFont typeface="Arial"/>
              <a:buChar char="•"/>
            </a:pPr>
            <a:r>
              <a:rPr lang="en-US">
                <a:solidFill>
                  <a:srgbClr val="03807F"/>
                </a:solidFill>
              </a:rPr>
              <a:t>Two models with the same accuracy behave very differently in deployment. Why? Distribution shift and variance: Because </a:t>
            </a:r>
            <a:r>
              <a:rPr lang="en-US" b="1">
                <a:solidFill>
                  <a:srgbClr val="03807F"/>
                </a:solidFill>
              </a:rPr>
              <a:t>accuracy is an average</a:t>
            </a:r>
            <a:r>
              <a:rPr lang="en-US">
                <a:solidFill>
                  <a:srgbClr val="03807F"/>
                </a:solidFill>
              </a:rPr>
              <a:t>, while </a:t>
            </a:r>
            <a:r>
              <a:rPr lang="en-US" b="1">
                <a:solidFill>
                  <a:srgbClr val="03807F"/>
                </a:solidFill>
              </a:rPr>
              <a:t>deployment exposes models to changing data distributions and different levels of variance</a:t>
            </a:r>
            <a:r>
              <a:rPr lang="en-US">
                <a:solidFill>
                  <a:srgbClr val="03807F"/>
                </a:solidFill>
              </a:rPr>
              <a:t>.</a:t>
            </a:r>
            <a:endParaRPr lang="en-US">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381EA847-EF5B-818C-A5C4-D277C75D6CD8}"/>
              </a:ext>
            </a:extLst>
          </p:cNvPr>
          <p:cNvSpPr>
            <a:spLocks noGrp="1"/>
          </p:cNvSpPr>
          <p:nvPr>
            <p:ph type="sldNum" sz="quarter" idx="5"/>
          </p:nvPr>
        </p:nvSpPr>
        <p:spPr/>
        <p:txBody>
          <a:bodyPr/>
          <a:lstStyle/>
          <a:p>
            <a:fld id="{9FECD79B-70D4-4C0F-8998-82B634FB71F5}" type="slidenum">
              <a:t>3</a:t>
            </a:fld>
            <a:endParaRPr lang="en-GB"/>
          </a:p>
        </p:txBody>
      </p:sp>
    </p:spTree>
    <p:extLst>
      <p:ext uri="{BB962C8B-B14F-4D97-AF65-F5344CB8AC3E}">
        <p14:creationId xmlns:p14="http://schemas.microsoft.com/office/powerpoint/2010/main" val="6879266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83848-95E7-5ACB-803D-5ADC1181F0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1333B2-FB81-AC44-DB8F-9C1F597D32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692D4E-FF44-D682-0C19-92F873D7495A}"/>
              </a:ext>
            </a:extLst>
          </p:cNvPr>
          <p:cNvSpPr>
            <a:spLocks noGrp="1"/>
          </p:cNvSpPr>
          <p:nvPr>
            <p:ph type="body" idx="1"/>
          </p:nvPr>
        </p:nvSpPr>
        <p:spPr/>
        <p:txBody>
          <a:bodyPr/>
          <a:lstStyle/>
          <a:p>
            <a:pPr marL="171450" indent="-171450">
              <a:buFont typeface="Arial"/>
              <a:buChar char="•"/>
            </a:pPr>
            <a:r>
              <a:rPr lang="en-US">
                <a:solidFill>
                  <a:srgbClr val="03807F"/>
                </a:solidFill>
              </a:rPr>
              <a:t>Two models with the same accuracy behave very differently in deployment. Why? Distribution shift and variance: Because </a:t>
            </a:r>
            <a:r>
              <a:rPr lang="en-US" b="1">
                <a:solidFill>
                  <a:srgbClr val="03807F"/>
                </a:solidFill>
              </a:rPr>
              <a:t>accuracy is an average</a:t>
            </a:r>
            <a:r>
              <a:rPr lang="en-US">
                <a:solidFill>
                  <a:srgbClr val="03807F"/>
                </a:solidFill>
              </a:rPr>
              <a:t>, while </a:t>
            </a:r>
            <a:r>
              <a:rPr lang="en-US" b="1">
                <a:solidFill>
                  <a:srgbClr val="03807F"/>
                </a:solidFill>
              </a:rPr>
              <a:t>deployment exposes models to changing data distributions and different levels of variance</a:t>
            </a:r>
            <a:r>
              <a:rPr lang="en-US">
                <a:solidFill>
                  <a:srgbClr val="03807F"/>
                </a:solidFill>
              </a:rPr>
              <a:t>.</a:t>
            </a:r>
            <a:endParaRPr lang="en-US">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84FA101C-316E-66E7-8AE7-314BF09BC59A}"/>
              </a:ext>
            </a:extLst>
          </p:cNvPr>
          <p:cNvSpPr>
            <a:spLocks noGrp="1"/>
          </p:cNvSpPr>
          <p:nvPr>
            <p:ph type="sldNum" sz="quarter" idx="5"/>
          </p:nvPr>
        </p:nvSpPr>
        <p:spPr/>
        <p:txBody>
          <a:bodyPr/>
          <a:lstStyle/>
          <a:p>
            <a:fld id="{9FECD79B-70D4-4C0F-8998-82B634FB71F5}" type="slidenum">
              <a:t>4</a:t>
            </a:fld>
            <a:endParaRPr lang="en-GB"/>
          </a:p>
        </p:txBody>
      </p:sp>
    </p:spTree>
    <p:extLst>
      <p:ext uri="{BB962C8B-B14F-4D97-AF65-F5344CB8AC3E}">
        <p14:creationId xmlns:p14="http://schemas.microsoft.com/office/powerpoint/2010/main" val="4037282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14202-0690-B0DA-2B7F-A04BC722DA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90A7C4-45E2-B3FB-1470-ECA8D1DDA2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AB89A7-D23B-11F4-FC2A-01C142661ABE}"/>
              </a:ext>
            </a:extLst>
          </p:cNvPr>
          <p:cNvSpPr>
            <a:spLocks noGrp="1"/>
          </p:cNvSpPr>
          <p:nvPr>
            <p:ph type="body" idx="1"/>
          </p:nvPr>
        </p:nvSpPr>
        <p:spPr/>
        <p:txBody>
          <a:bodyPr/>
          <a:lstStyle/>
          <a:p>
            <a:pPr marL="171450" indent="-171450">
              <a:buFont typeface="Arial"/>
              <a:buChar char="•"/>
            </a:pPr>
            <a:r>
              <a:rPr lang="en-US">
                <a:solidFill>
                  <a:srgbClr val="03807F"/>
                </a:solidFill>
              </a:rPr>
              <a:t>Two models with the same accuracy behave very differently in deployment. Why? Distribution shift and variance: Because </a:t>
            </a:r>
            <a:r>
              <a:rPr lang="en-US" b="1">
                <a:solidFill>
                  <a:srgbClr val="03807F"/>
                </a:solidFill>
              </a:rPr>
              <a:t>accuracy is an average</a:t>
            </a:r>
            <a:r>
              <a:rPr lang="en-US">
                <a:solidFill>
                  <a:srgbClr val="03807F"/>
                </a:solidFill>
              </a:rPr>
              <a:t>, while </a:t>
            </a:r>
            <a:r>
              <a:rPr lang="en-US" b="1">
                <a:solidFill>
                  <a:srgbClr val="03807F"/>
                </a:solidFill>
              </a:rPr>
              <a:t>deployment exposes models to changing data distributions and different levels of variance</a:t>
            </a:r>
            <a:r>
              <a:rPr lang="en-US">
                <a:solidFill>
                  <a:srgbClr val="03807F"/>
                </a:solidFill>
              </a:rPr>
              <a:t>.</a:t>
            </a:r>
            <a:endParaRPr lang="en-US">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18E602DE-EFC9-D6CC-BD77-BFDF48AE2DB5}"/>
              </a:ext>
            </a:extLst>
          </p:cNvPr>
          <p:cNvSpPr>
            <a:spLocks noGrp="1"/>
          </p:cNvSpPr>
          <p:nvPr>
            <p:ph type="sldNum" sz="quarter" idx="5"/>
          </p:nvPr>
        </p:nvSpPr>
        <p:spPr/>
        <p:txBody>
          <a:bodyPr/>
          <a:lstStyle/>
          <a:p>
            <a:fld id="{9FECD79B-70D4-4C0F-8998-82B634FB71F5}" type="slidenum">
              <a:t>5</a:t>
            </a:fld>
            <a:endParaRPr lang="en-GB"/>
          </a:p>
        </p:txBody>
      </p:sp>
    </p:spTree>
    <p:extLst>
      <p:ext uri="{BB962C8B-B14F-4D97-AF65-F5344CB8AC3E}">
        <p14:creationId xmlns:p14="http://schemas.microsoft.com/office/powerpoint/2010/main" val="3663536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70358-5D15-09AF-687F-9E891418A3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7A9B5-2C1C-CA77-F29D-011AAD35BA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7DD491-CFCC-5BC2-DDAD-24CDC5A6224B}"/>
              </a:ext>
            </a:extLst>
          </p:cNvPr>
          <p:cNvSpPr>
            <a:spLocks noGrp="1"/>
          </p:cNvSpPr>
          <p:nvPr>
            <p:ph type="body" idx="1"/>
          </p:nvPr>
        </p:nvSpPr>
        <p:spPr/>
        <p:txBody>
          <a:bodyPr/>
          <a:lstStyle/>
          <a:p>
            <a:pPr marL="171450" indent="-171450">
              <a:buFont typeface="Arial"/>
              <a:buChar char="•"/>
            </a:pPr>
            <a:r>
              <a:rPr lang="en-US">
                <a:solidFill>
                  <a:srgbClr val="03807F"/>
                </a:solidFill>
              </a:rPr>
              <a:t>Two models with the same accuracy behave very differently in deployment. Why? Distribution shift and variance: Because </a:t>
            </a:r>
            <a:r>
              <a:rPr lang="en-US" b="1">
                <a:solidFill>
                  <a:srgbClr val="03807F"/>
                </a:solidFill>
              </a:rPr>
              <a:t>accuracy is an average</a:t>
            </a:r>
            <a:r>
              <a:rPr lang="en-US">
                <a:solidFill>
                  <a:srgbClr val="03807F"/>
                </a:solidFill>
              </a:rPr>
              <a:t>, while </a:t>
            </a:r>
            <a:r>
              <a:rPr lang="en-US" b="1">
                <a:solidFill>
                  <a:srgbClr val="03807F"/>
                </a:solidFill>
              </a:rPr>
              <a:t>deployment exposes models to changing data distributions and different levels of variance</a:t>
            </a:r>
            <a:r>
              <a:rPr lang="en-US">
                <a:solidFill>
                  <a:srgbClr val="03807F"/>
                </a:solidFill>
              </a:rPr>
              <a:t>.</a:t>
            </a:r>
            <a:endParaRPr lang="en-US">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583E0DE8-0699-9DB2-6EEC-E1898D6435EA}"/>
              </a:ext>
            </a:extLst>
          </p:cNvPr>
          <p:cNvSpPr>
            <a:spLocks noGrp="1"/>
          </p:cNvSpPr>
          <p:nvPr>
            <p:ph type="sldNum" sz="quarter" idx="5"/>
          </p:nvPr>
        </p:nvSpPr>
        <p:spPr/>
        <p:txBody>
          <a:bodyPr/>
          <a:lstStyle/>
          <a:p>
            <a:fld id="{9FECD79B-70D4-4C0F-8998-82B634FB71F5}" type="slidenum">
              <a:t>6</a:t>
            </a:fld>
            <a:endParaRPr lang="en-GB"/>
          </a:p>
        </p:txBody>
      </p:sp>
    </p:spTree>
    <p:extLst>
      <p:ext uri="{BB962C8B-B14F-4D97-AF65-F5344CB8AC3E}">
        <p14:creationId xmlns:p14="http://schemas.microsoft.com/office/powerpoint/2010/main" val="3644073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09F87-B88B-3C95-ABE4-75BE58316E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64454-163A-160B-1C4E-0571426D70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37E6D6-8BCB-22A9-2660-B55BCF42CFED}"/>
              </a:ext>
            </a:extLst>
          </p:cNvPr>
          <p:cNvSpPr>
            <a:spLocks noGrp="1"/>
          </p:cNvSpPr>
          <p:nvPr>
            <p:ph type="body" idx="1"/>
          </p:nvPr>
        </p:nvSpPr>
        <p:spPr/>
        <p:txBody>
          <a:bodyPr/>
          <a:lstStyle/>
          <a:p>
            <a:pPr marL="171450" indent="-171450">
              <a:buFont typeface="Arial"/>
              <a:buChar char="•"/>
            </a:pPr>
            <a:r>
              <a:rPr lang="en-US">
                <a:solidFill>
                  <a:srgbClr val="03807F"/>
                </a:solidFill>
              </a:rPr>
              <a:t>Two models with the same accuracy behave very differently in deployment. Why? Distribution shift and variance: Because </a:t>
            </a:r>
            <a:r>
              <a:rPr lang="en-US" b="1">
                <a:solidFill>
                  <a:srgbClr val="03807F"/>
                </a:solidFill>
              </a:rPr>
              <a:t>accuracy is an average</a:t>
            </a:r>
            <a:r>
              <a:rPr lang="en-US">
                <a:solidFill>
                  <a:srgbClr val="03807F"/>
                </a:solidFill>
              </a:rPr>
              <a:t>, while </a:t>
            </a:r>
            <a:r>
              <a:rPr lang="en-US" b="1">
                <a:solidFill>
                  <a:srgbClr val="03807F"/>
                </a:solidFill>
              </a:rPr>
              <a:t>deployment exposes models to changing data distributions and different levels of variance</a:t>
            </a:r>
            <a:r>
              <a:rPr lang="en-US">
                <a:solidFill>
                  <a:srgbClr val="03807F"/>
                </a:solidFill>
              </a:rPr>
              <a:t>.</a:t>
            </a:r>
            <a:endParaRPr lang="en-US">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8CAE6C0A-5A95-84B3-D2E5-A57D5AC745F9}"/>
              </a:ext>
            </a:extLst>
          </p:cNvPr>
          <p:cNvSpPr>
            <a:spLocks noGrp="1"/>
          </p:cNvSpPr>
          <p:nvPr>
            <p:ph type="sldNum" sz="quarter" idx="5"/>
          </p:nvPr>
        </p:nvSpPr>
        <p:spPr/>
        <p:txBody>
          <a:bodyPr/>
          <a:lstStyle/>
          <a:p>
            <a:fld id="{9FECD79B-70D4-4C0F-8998-82B634FB71F5}" type="slidenum">
              <a:t>7</a:t>
            </a:fld>
            <a:endParaRPr lang="en-GB"/>
          </a:p>
        </p:txBody>
      </p:sp>
    </p:spTree>
    <p:extLst>
      <p:ext uri="{BB962C8B-B14F-4D97-AF65-F5344CB8AC3E}">
        <p14:creationId xmlns:p14="http://schemas.microsoft.com/office/powerpoint/2010/main" val="32797154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36DE7-D32D-9A3D-CF41-7648614CD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D28FF-7552-917E-FD53-21F41DADC6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4D9E96-05F0-DD63-3A9B-01FC5BF009E5}"/>
              </a:ext>
            </a:extLst>
          </p:cNvPr>
          <p:cNvSpPr>
            <a:spLocks noGrp="1"/>
          </p:cNvSpPr>
          <p:nvPr>
            <p:ph type="body" idx="1"/>
          </p:nvPr>
        </p:nvSpPr>
        <p:spPr/>
        <p:txBody>
          <a:bodyPr/>
          <a:lstStyle/>
          <a:p>
            <a:pPr marL="171450" indent="-171450">
              <a:buFont typeface="Arial"/>
              <a:buChar char="•"/>
            </a:pPr>
            <a:r>
              <a:rPr lang="en-US">
                <a:solidFill>
                  <a:srgbClr val="03807F"/>
                </a:solidFill>
              </a:rPr>
              <a:t>Two models with the same accuracy behave very differently in deployment. Why? Distribution shift and variance: Because </a:t>
            </a:r>
            <a:r>
              <a:rPr lang="en-US" b="1">
                <a:solidFill>
                  <a:srgbClr val="03807F"/>
                </a:solidFill>
              </a:rPr>
              <a:t>accuracy is an average</a:t>
            </a:r>
            <a:r>
              <a:rPr lang="en-US">
                <a:solidFill>
                  <a:srgbClr val="03807F"/>
                </a:solidFill>
              </a:rPr>
              <a:t>, while </a:t>
            </a:r>
            <a:r>
              <a:rPr lang="en-US" b="1">
                <a:solidFill>
                  <a:srgbClr val="03807F"/>
                </a:solidFill>
              </a:rPr>
              <a:t>deployment exposes models to changing data distributions and different levels of variance</a:t>
            </a:r>
            <a:r>
              <a:rPr lang="en-US">
                <a:solidFill>
                  <a:srgbClr val="03807F"/>
                </a:solidFill>
              </a:rPr>
              <a:t>.</a:t>
            </a:r>
            <a:endParaRPr lang="en-US">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7EDA1CD6-4C47-9A7F-8DEA-8E98E2EB0852}"/>
              </a:ext>
            </a:extLst>
          </p:cNvPr>
          <p:cNvSpPr>
            <a:spLocks noGrp="1"/>
          </p:cNvSpPr>
          <p:nvPr>
            <p:ph type="sldNum" sz="quarter" idx="5"/>
          </p:nvPr>
        </p:nvSpPr>
        <p:spPr/>
        <p:txBody>
          <a:bodyPr/>
          <a:lstStyle/>
          <a:p>
            <a:fld id="{9FECD79B-70D4-4C0F-8998-82B634FB71F5}" type="slidenum">
              <a:t>8</a:t>
            </a:fld>
            <a:endParaRPr lang="en-GB"/>
          </a:p>
        </p:txBody>
      </p:sp>
    </p:spTree>
    <p:extLst>
      <p:ext uri="{BB962C8B-B14F-4D97-AF65-F5344CB8AC3E}">
        <p14:creationId xmlns:p14="http://schemas.microsoft.com/office/powerpoint/2010/main" val="8884407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6B741-DAD3-C6E4-AB90-8006DE449E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B9C89D-32CD-44AC-41BE-39075A389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D48C64-A4DB-95C8-D147-CF4F86E3F556}"/>
              </a:ext>
            </a:extLst>
          </p:cNvPr>
          <p:cNvSpPr>
            <a:spLocks noGrp="1"/>
          </p:cNvSpPr>
          <p:nvPr>
            <p:ph type="body" idx="1"/>
          </p:nvPr>
        </p:nvSpPr>
        <p:spPr/>
        <p:txBody>
          <a:bodyPr/>
          <a:lstStyle/>
          <a:p>
            <a:pPr marL="171450" indent="-171450">
              <a:buFont typeface="Arial"/>
              <a:buChar char="•"/>
            </a:pPr>
            <a:r>
              <a:rPr lang="en-US">
                <a:solidFill>
                  <a:srgbClr val="03807F"/>
                </a:solidFill>
              </a:rPr>
              <a:t>Two models with the same accuracy behave very differently in deployment. Why? Distribution shift and variance: Because </a:t>
            </a:r>
            <a:r>
              <a:rPr lang="en-US" b="1">
                <a:solidFill>
                  <a:srgbClr val="03807F"/>
                </a:solidFill>
              </a:rPr>
              <a:t>accuracy is an average</a:t>
            </a:r>
            <a:r>
              <a:rPr lang="en-US">
                <a:solidFill>
                  <a:srgbClr val="03807F"/>
                </a:solidFill>
              </a:rPr>
              <a:t>, while </a:t>
            </a:r>
            <a:r>
              <a:rPr lang="en-US" b="1">
                <a:solidFill>
                  <a:srgbClr val="03807F"/>
                </a:solidFill>
              </a:rPr>
              <a:t>deployment exposes models to changing data distributions and different levels of variance</a:t>
            </a:r>
            <a:r>
              <a:rPr lang="en-US">
                <a:solidFill>
                  <a:srgbClr val="03807F"/>
                </a:solidFill>
              </a:rPr>
              <a:t>.</a:t>
            </a:r>
            <a:endParaRPr lang="en-US">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AE1F143D-7337-83CF-B964-9A1A59F2C729}"/>
              </a:ext>
            </a:extLst>
          </p:cNvPr>
          <p:cNvSpPr>
            <a:spLocks noGrp="1"/>
          </p:cNvSpPr>
          <p:nvPr>
            <p:ph type="sldNum" sz="quarter" idx="5"/>
          </p:nvPr>
        </p:nvSpPr>
        <p:spPr/>
        <p:txBody>
          <a:bodyPr/>
          <a:lstStyle/>
          <a:p>
            <a:fld id="{9FECD79B-70D4-4C0F-8998-82B634FB71F5}" type="slidenum">
              <a:t>9</a:t>
            </a:fld>
            <a:endParaRPr lang="en-GB"/>
          </a:p>
        </p:txBody>
      </p:sp>
    </p:spTree>
    <p:extLst>
      <p:ext uri="{BB962C8B-B14F-4D97-AF65-F5344CB8AC3E}">
        <p14:creationId xmlns:p14="http://schemas.microsoft.com/office/powerpoint/2010/main" val="40139644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B2565-873E-A1B4-D807-A7923D5939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4F753C-CB98-F3D8-3EB6-D5D12A011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2AF49-BE10-EFCB-802C-E538C850A502}"/>
              </a:ext>
            </a:extLst>
          </p:cNvPr>
          <p:cNvSpPr>
            <a:spLocks noGrp="1"/>
          </p:cNvSpPr>
          <p:nvPr>
            <p:ph type="body" idx="1"/>
          </p:nvPr>
        </p:nvSpPr>
        <p:spPr/>
        <p:txBody>
          <a:bodyPr/>
          <a:lstStyle/>
          <a:p>
            <a:pPr marL="171450" indent="-171450">
              <a:buFont typeface="Arial"/>
              <a:buChar char="•"/>
            </a:pPr>
            <a:r>
              <a:rPr lang="en-US">
                <a:solidFill>
                  <a:srgbClr val="03807F"/>
                </a:solidFill>
              </a:rPr>
              <a:t>Two models with the same accuracy behave very differently in deployment. Why? Distribution shift and variance: Because </a:t>
            </a:r>
            <a:r>
              <a:rPr lang="en-US" b="1">
                <a:solidFill>
                  <a:srgbClr val="03807F"/>
                </a:solidFill>
              </a:rPr>
              <a:t>accuracy is an average</a:t>
            </a:r>
            <a:r>
              <a:rPr lang="en-US">
                <a:solidFill>
                  <a:srgbClr val="03807F"/>
                </a:solidFill>
              </a:rPr>
              <a:t>, while </a:t>
            </a:r>
            <a:r>
              <a:rPr lang="en-US" b="1">
                <a:solidFill>
                  <a:srgbClr val="03807F"/>
                </a:solidFill>
              </a:rPr>
              <a:t>deployment exposes models to changing data distributions and different levels of variance</a:t>
            </a:r>
            <a:r>
              <a:rPr lang="en-US">
                <a:solidFill>
                  <a:srgbClr val="03807F"/>
                </a:solidFill>
              </a:rPr>
              <a:t>.</a:t>
            </a:r>
            <a:endParaRPr lang="en-US">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916AA0D9-4993-8AA3-C261-C73D1259813D}"/>
              </a:ext>
            </a:extLst>
          </p:cNvPr>
          <p:cNvSpPr>
            <a:spLocks noGrp="1"/>
          </p:cNvSpPr>
          <p:nvPr>
            <p:ph type="sldNum" sz="quarter" idx="5"/>
          </p:nvPr>
        </p:nvSpPr>
        <p:spPr/>
        <p:txBody>
          <a:bodyPr/>
          <a:lstStyle/>
          <a:p>
            <a:fld id="{9FECD79B-70D4-4C0F-8998-82B634FB71F5}" type="slidenum">
              <a:t>10</a:t>
            </a:fld>
            <a:endParaRPr lang="en-GB"/>
          </a:p>
        </p:txBody>
      </p:sp>
    </p:spTree>
    <p:extLst>
      <p:ext uri="{BB962C8B-B14F-4D97-AF65-F5344CB8AC3E}">
        <p14:creationId xmlns:p14="http://schemas.microsoft.com/office/powerpoint/2010/main" val="19883278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6201388" y="0"/>
            <a:ext cx="5990612" cy="6858001"/>
            <a:chOff x="6201388" y="0"/>
            <a:chExt cx="5990612" cy="6858001"/>
          </a:xfrm>
        </p:grpSpPr>
        <p:sp>
          <p:nvSpPr>
            <p:cNvPr id="45" name="Oval 44"/>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5"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565150" y="768334"/>
            <a:ext cx="5066001" cy="2866405"/>
          </a:xfrm>
        </p:spPr>
        <p:txBody>
          <a:bodyPr anchor="t"/>
          <a:lstStyle>
            <a:lvl1pPr algn="l">
              <a:defRPr sz="6000"/>
            </a:lvl1pPr>
          </a:lstStyle>
          <a:p>
            <a:r>
              <a:rPr lang="en-US"/>
              <a:t>Click to edit Master title style</a:t>
            </a:r>
          </a:p>
        </p:txBody>
      </p:sp>
      <p:sp>
        <p:nvSpPr>
          <p:cNvPr id="3" name="Subtitle 2"/>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566928" y="457200"/>
            <a:ext cx="3608205" cy="365125"/>
          </a:xfrm>
        </p:spPr>
        <p:txBody>
          <a:bodyPr/>
          <a:lstStyle>
            <a:lvl1pPr algn="l">
              <a:defRPr/>
            </a:lvl1pPr>
          </a:lstStyle>
          <a:p>
            <a:pPr algn="l"/>
            <a:fld id="{A5B0A250-5CC0-1746-B209-08E8B0DAE6AF}"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087169" y="6141085"/>
            <a:ext cx="813816" cy="365125"/>
          </a:xfrm>
        </p:spPr>
        <p:txBody>
          <a:bodyPr/>
          <a:lstStyle/>
          <a:p>
            <a:fld id="{49ABCAEC-7D34-E549-A96E-FCEDAADBE4B0}" type="slidenum">
              <a:rPr lang="en-US" smtClean="0"/>
              <a:t>‹#›</a:t>
            </a:fld>
            <a:endParaRPr lang="en-US"/>
          </a:p>
        </p:txBody>
      </p:sp>
      <p:pic>
        <p:nvPicPr>
          <p:cNvPr id="8" name="Picture 7"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77582" y="457200"/>
            <a:ext cx="850588" cy="614125"/>
          </a:xfrm>
          <a:prstGeom prst="rect">
            <a:avLst/>
          </a:prstGeom>
        </p:spPr>
      </p:pic>
      <p:pic>
        <p:nvPicPr>
          <p:cNvPr id="10" name="Picture 9" descr="A blue and orange lines&#10;&#10;AI-generated content may be incorrect."/>
          <p:cNvPicPr>
            <a:picLocks noChangeAspect="1"/>
          </p:cNvPicPr>
          <p:nvPr userDrawn="1"/>
        </p:nvPicPr>
        <p:blipFill>
          <a:blip r:embed="rId3">
            <a:extLst>
              <a:ext uri="{28A0092B-C50C-407E-A947-70E740481C1C}">
                <a14:useLocalDpi xmlns:a14="http://schemas.microsoft.com/office/drawing/2010/main" val="0"/>
              </a:ext>
            </a:extLst>
          </a:blip>
          <a:srcRect r="58199"/>
          <a:stretch>
            <a:fillRect/>
          </a:stretch>
        </p:blipFill>
        <p:spPr>
          <a:xfrm rot="5400000">
            <a:off x="5710555" y="376555"/>
            <a:ext cx="770890" cy="12192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5150" y="768351"/>
            <a:ext cx="5066001" cy="2334768"/>
          </a:xfrm>
        </p:spPr>
        <p:txBody>
          <a:bodyPr anchor="t"/>
          <a:lstStyle>
            <a:lvl1pPr>
              <a:defRPr sz="4800"/>
            </a:lvl1pPr>
          </a:lstStyle>
          <a:p>
            <a:r>
              <a:rPr lang="en-US"/>
              <a:t>Click to edit Master title style</a:t>
            </a:r>
          </a:p>
        </p:txBody>
      </p:sp>
      <p:sp>
        <p:nvSpPr>
          <p:cNvPr id="3" name="Text Placeholder 2"/>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B0A250-5CC0-1746-B209-08E8B0DAE6AF}"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userDrawn="1"/>
        </p:nvGrpSpPr>
        <p:grpSpPr>
          <a:xfrm>
            <a:off x="6201388" y="0"/>
            <a:ext cx="5990612" cy="6858001"/>
            <a:chOff x="6201388" y="0"/>
            <a:chExt cx="5990612" cy="6858001"/>
          </a:xfrm>
        </p:grpSpPr>
        <p:sp>
          <p:nvSpPr>
            <p:cNvPr id="34" name="Oval 33"/>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6"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83" name="Picture 82"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10290315" y="0"/>
            <a:ext cx="1901686" cy="6858000"/>
            <a:chOff x="10290315" y="0"/>
            <a:chExt cx="1901686" cy="6858000"/>
          </a:xfrm>
        </p:grpSpPr>
        <p:sp>
          <p:nvSpPr>
            <p:cNvPr id="18" name="Oval 17"/>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62851"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89638"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5B0A250-5CC0-1746-B209-08E8B0DAE6AF}"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p:cNvGrpSpPr/>
          <p:nvPr/>
        </p:nvGrpSpPr>
        <p:grpSpPr>
          <a:xfrm>
            <a:off x="10290315" y="0"/>
            <a:ext cx="1901686" cy="6858000"/>
            <a:chOff x="10290315" y="0"/>
            <a:chExt cx="1901686" cy="6858000"/>
          </a:xfrm>
        </p:grpSpPr>
        <p:sp>
          <p:nvSpPr>
            <p:cNvPr id="20" name="Oval 19"/>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25"/>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6928" y="768096"/>
            <a:ext cx="7333488" cy="1271016"/>
          </a:xfrm>
        </p:spPr>
        <p:txBody>
          <a:bodyPr/>
          <a:lstStyle/>
          <a:p>
            <a:r>
              <a:rPr lang="en-US"/>
              <a:t>Click to edit Master title style</a:t>
            </a:r>
          </a:p>
        </p:txBody>
      </p:sp>
      <p:sp>
        <p:nvSpPr>
          <p:cNvPr id="3" name="Text Placeholder 2"/>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5B0A250-5CC0-1746-B209-08E8B0DAE6AF}" type="datetimeFigureOut">
              <a:rPr lang="en-US" smtClean="0"/>
              <a:t>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ABCAEC-7D34-E549-A96E-FCEDAADBE4B0}" type="slidenum">
              <a:rPr lang="en-US" smtClean="0"/>
              <a:t>‹#›</a:t>
            </a:fld>
            <a:endParaRPr lang="en-US"/>
          </a:p>
        </p:txBody>
      </p:sp>
      <p:cxnSp>
        <p:nvCxnSpPr>
          <p:cNvPr id="10" name="Straight Connector 9"/>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6" name="Oval 15"/>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5B0A250-5CC0-1746-B209-08E8B0DAE6AF}" type="datetimeFigureOut">
              <a:rPr lang="en-US" smtClean="0"/>
              <a:t>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BCAEC-7D34-E549-A96E-FCEDAADBE4B0}" type="slidenum">
              <a:rPr lang="en-US" smtClean="0"/>
              <a:t>‹#›</a:t>
            </a:fld>
            <a:endParaRPr lang="en-US"/>
          </a:p>
        </p:txBody>
      </p:sp>
      <p:cxnSp>
        <p:nvCxnSpPr>
          <p:cNvPr id="6" name="Straight Connector 5"/>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5B0A250-5CC0-1746-B209-08E8B0DAE6AF}"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pic>
        <p:nvPicPr>
          <p:cNvPr id="2" name="Picture 1"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1" y="764973"/>
            <a:ext cx="3609982" cy="1395043"/>
          </a:xfrm>
        </p:spPr>
        <p:txBody>
          <a:bodyPr anchor="t"/>
          <a:lstStyle>
            <a:lvl1pPr>
              <a:defRPr sz="3200"/>
            </a:lvl1pPr>
          </a:lstStyle>
          <a:p>
            <a:r>
              <a:rPr lang="en-US"/>
              <a:t>Click to edit Master title style</a:t>
            </a:r>
          </a:p>
        </p:txBody>
      </p:sp>
      <p:sp>
        <p:nvSpPr>
          <p:cNvPr id="3" name="Content Placeholder 2"/>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7" name="Oval 16"/>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0" y="770889"/>
            <a:ext cx="3609983" cy="1389127"/>
          </a:xfrm>
        </p:spPr>
        <p:txBody>
          <a:bodyPr anchor="t"/>
          <a:lstStyle>
            <a:lvl1pPr>
              <a:defRPr sz="3200"/>
            </a:lvl1pPr>
          </a:lstStyle>
          <a:p>
            <a:r>
              <a:rPr lang="en-US"/>
              <a:t>Click to edit Master title style</a:t>
            </a:r>
          </a:p>
        </p:txBody>
      </p:sp>
      <p:sp>
        <p:nvSpPr>
          <p:cNvPr id="3" name="Picture Placeholder 2"/>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p:cNvGrpSpPr/>
          <p:nvPr/>
        </p:nvGrpSpPr>
        <p:grpSpPr>
          <a:xfrm>
            <a:off x="8928528" y="0"/>
            <a:ext cx="3263472" cy="6858000"/>
            <a:chOff x="8928528" y="0"/>
            <a:chExt cx="3263472" cy="6858000"/>
          </a:xfrm>
        </p:grpSpPr>
        <p:sp>
          <p:nvSpPr>
            <p:cNvPr id="23" name="Oval 22"/>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086480" y="6141085"/>
            <a:ext cx="813816" cy="365125"/>
          </a:xfrm>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p:cNvSpPr>
            <a:spLocks noGrp="1"/>
          </p:cNvSpPr>
          <p:nvPr>
            <p:ph type="title" orient="vert"/>
          </p:nvPr>
        </p:nvSpPr>
        <p:spPr>
          <a:xfrm>
            <a:off x="8950095" y="976630"/>
            <a:ext cx="2268507" cy="47845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65150" y="976630"/>
            <a:ext cx="8264057" cy="478459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A5B0A250-5CC0-1746-B209-08E8B0DAE6AF}" type="datetimeFigureOut">
              <a:rPr lang="en-US" smtClean="0"/>
              <a:t>2/4/2026</a:t>
            </a:fld>
            <a:endParaRPr lang="en-US"/>
          </a:p>
        </p:txBody>
      </p:sp>
      <p:sp>
        <p:nvSpPr>
          <p:cNvPr id="5" name="Footer Placeholder 4"/>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a:p>
        </p:txBody>
      </p:sp>
      <p:sp>
        <p:nvSpPr>
          <p:cNvPr id="6" name="Slide Number Placeholder 5"/>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C1A636-E70D-E210-F2FB-993CA5152805}"/>
              </a:ext>
            </a:extLst>
          </p:cNvPr>
          <p:cNvSpPr txBox="1"/>
          <p:nvPr/>
        </p:nvSpPr>
        <p:spPr>
          <a:xfrm>
            <a:off x="472401" y="1130491"/>
            <a:ext cx="10783454" cy="49859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3600" dirty="0">
                <a:solidFill>
                  <a:schemeClr val="accent3">
                    <a:lumMod val="76000"/>
                  </a:schemeClr>
                </a:solidFill>
                <a:latin typeface="Times New Roman"/>
                <a:ea typeface="+mn-lt"/>
                <a:cs typeface="+mn-lt"/>
              </a:rPr>
              <a:t>Introduction to AI: </a:t>
            </a:r>
            <a:r>
              <a:rPr lang="en-GB" sz="3600" dirty="0">
                <a:solidFill>
                  <a:schemeClr val="accent3">
                    <a:lumMod val="76000"/>
                  </a:schemeClr>
                </a:solidFill>
                <a:latin typeface="Times New Roman"/>
                <a:ea typeface="+mn-lt"/>
                <a:cs typeface="Times New Roman"/>
              </a:rPr>
              <a:t>From Buzzwords to Building - Navigating the AI Landscape in Nigeria</a:t>
            </a:r>
            <a:endParaRPr lang="en-GB" sz="3600" dirty="0">
              <a:solidFill>
                <a:schemeClr val="accent3">
                  <a:lumMod val="76000"/>
                </a:schemeClr>
              </a:solidFill>
              <a:latin typeface="Times New Roman"/>
              <a:cs typeface="Times New Roman"/>
            </a:endParaRPr>
          </a:p>
          <a:p>
            <a:pPr algn="ctr"/>
            <a:endParaRPr lang="en-GB" sz="4400" b="1">
              <a:solidFill>
                <a:schemeClr val="accent3">
                  <a:lumMod val="76000"/>
                </a:schemeClr>
              </a:solidFill>
              <a:latin typeface="Times New Roman"/>
              <a:cs typeface="Times New Roman"/>
            </a:endParaRPr>
          </a:p>
          <a:p>
            <a:pPr algn="ctr"/>
            <a:endParaRPr lang="en-GB" b="1">
              <a:solidFill>
                <a:schemeClr val="accent3">
                  <a:lumMod val="76000"/>
                </a:schemeClr>
              </a:solidFill>
              <a:latin typeface="Times New Roman"/>
              <a:cs typeface="Times New Roman"/>
            </a:endParaRPr>
          </a:p>
          <a:p>
            <a:endParaRPr lang="en-GB" sz="3200" b="1" dirty="0">
              <a:solidFill>
                <a:schemeClr val="accent3">
                  <a:lumMod val="76000"/>
                </a:schemeClr>
              </a:solidFill>
              <a:latin typeface="Times New Roman"/>
              <a:cs typeface="Times New Roman"/>
            </a:endParaRPr>
          </a:p>
          <a:p>
            <a:endParaRPr lang="en-GB" sz="3200" b="1" dirty="0">
              <a:solidFill>
                <a:schemeClr val="accent3">
                  <a:lumMod val="76000"/>
                </a:schemeClr>
              </a:solidFill>
              <a:latin typeface="Times New Roman"/>
              <a:cs typeface="Times New Roman"/>
            </a:endParaRPr>
          </a:p>
          <a:p>
            <a:endParaRPr lang="en-GB" sz="2400" b="1" dirty="0">
              <a:solidFill>
                <a:schemeClr val="accent3">
                  <a:lumMod val="76000"/>
                </a:schemeClr>
              </a:solidFill>
              <a:latin typeface="Times New Roman"/>
              <a:cs typeface="Times New Roman"/>
            </a:endParaRPr>
          </a:p>
          <a:p>
            <a:r>
              <a:rPr lang="en-GB" sz="2400" b="1" dirty="0">
                <a:solidFill>
                  <a:schemeClr val="accent3">
                    <a:lumMod val="76000"/>
                  </a:schemeClr>
                </a:solidFill>
                <a:latin typeface="Times New Roman"/>
                <a:cs typeface="Times New Roman"/>
              </a:rPr>
              <a:t>Learning Objectives</a:t>
            </a:r>
            <a:endParaRPr lang="en-GB" sz="2400" dirty="0">
              <a:solidFill>
                <a:schemeClr val="accent3">
                  <a:lumMod val="76000"/>
                </a:schemeClr>
              </a:solidFill>
              <a:latin typeface="Times New Roman"/>
              <a:cs typeface="Times New Roman"/>
            </a:endParaRPr>
          </a:p>
          <a:p>
            <a:r>
              <a:rPr lang="en-GB" sz="2400" dirty="0">
                <a:solidFill>
                  <a:schemeClr val="accent3">
                    <a:lumMod val="76000"/>
                  </a:schemeClr>
                </a:solidFill>
                <a:latin typeface="Times New Roman"/>
                <a:ea typeface="+mn-lt"/>
                <a:cs typeface="+mn-lt"/>
              </a:rPr>
              <a:t>By the end of this session, you will:</a:t>
            </a:r>
          </a:p>
          <a:p>
            <a:pPr marL="285750" indent="-285750">
              <a:buFont typeface="Arial"/>
              <a:buChar char="•"/>
            </a:pPr>
            <a:r>
              <a:rPr lang="en-GB" sz="2400" b="1" dirty="0">
                <a:solidFill>
                  <a:schemeClr val="accent3">
                    <a:lumMod val="76000"/>
                  </a:schemeClr>
                </a:solidFill>
                <a:latin typeface="Times New Roman"/>
                <a:ea typeface="+mn-lt"/>
                <a:cs typeface="+mn-lt"/>
              </a:rPr>
              <a:t>Decipher the Hierarchy:</a:t>
            </a:r>
            <a:r>
              <a:rPr lang="en-GB" sz="2400" dirty="0">
                <a:solidFill>
                  <a:schemeClr val="accent3">
                    <a:lumMod val="76000"/>
                  </a:schemeClr>
                </a:solidFill>
                <a:latin typeface="Times New Roman"/>
                <a:ea typeface="+mn-lt"/>
                <a:cs typeface="+mn-lt"/>
              </a:rPr>
              <a:t> Understand the relationship between AI, ML, and DL, and other concepts.</a:t>
            </a:r>
            <a:endParaRPr lang="en-GB" sz="2400" dirty="0">
              <a:solidFill>
                <a:schemeClr val="accent3">
                  <a:lumMod val="76000"/>
                </a:schemeClr>
              </a:solidFill>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3234" y="1715257"/>
            <a:ext cx="8880534" cy="3903734"/>
          </a:xfrm>
        </p:spPr>
        <p:txBody>
          <a:bodyPr>
            <a:noAutofit/>
          </a:bodyPr>
          <a:lstStyle/>
          <a:p>
            <a:pPr marL="457200" indent="-457200">
              <a:buFont typeface="Arial"/>
              <a:buChar char="•"/>
            </a:pPr>
            <a:endParaRPr lang="en-US" sz="3200" b="0">
              <a:solidFill>
                <a:srgbClr val="03807F"/>
              </a:solidFill>
            </a:endParaRPr>
          </a:p>
          <a:p>
            <a:pPr marL="571500" indent="-571500">
              <a:buFont typeface="Arial"/>
              <a:buChar char="•"/>
            </a:pPr>
            <a:endParaRPr lang="en-US">
              <a:solidFill>
                <a:srgbClr val="03807F"/>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EDAD1F7-BB38-C95D-7ECE-AAB912129DEF}"/>
              </a:ext>
            </a:extLst>
          </p:cNvPr>
          <p:cNvSpPr txBox="1"/>
          <p:nvPr/>
        </p:nvSpPr>
        <p:spPr>
          <a:xfrm>
            <a:off x="631658" y="600363"/>
            <a:ext cx="928406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a:solidFill>
                  <a:schemeClr val="accent3">
                    <a:lumMod val="76000"/>
                  </a:schemeClr>
                </a:solidFill>
                <a:highlight>
                  <a:srgbClr val="FFFFFF"/>
                </a:highlight>
                <a:ea typeface="+mn-lt"/>
                <a:cs typeface="+mn-lt"/>
              </a:rPr>
              <a:t>"Nesting Dolls" of AI</a:t>
            </a:r>
            <a:endParaRPr lang="en-US">
              <a:solidFill>
                <a:schemeClr val="accent3">
                  <a:lumMod val="76000"/>
                </a:schemeClr>
              </a:solidFill>
            </a:endParaRPr>
          </a:p>
        </p:txBody>
      </p:sp>
      <p:pic>
        <p:nvPicPr>
          <p:cNvPr id="5" name="Picture 4" descr="Image of the relationship between Artificial Intelligence, Machine Learning, and Deep Learning">
            <a:extLst>
              <a:ext uri="{FF2B5EF4-FFF2-40B4-BE49-F238E27FC236}">
                <a16:creationId xmlns:a16="http://schemas.microsoft.com/office/drawing/2014/main" id="{8A7E6FBF-183A-FD2A-276E-6B16E36D87B4}"/>
              </a:ext>
            </a:extLst>
          </p:cNvPr>
          <p:cNvPicPr>
            <a:picLocks noChangeAspect="1"/>
          </p:cNvPicPr>
          <p:nvPr/>
        </p:nvPicPr>
        <p:blipFill>
          <a:blip r:embed="rId3"/>
          <a:stretch>
            <a:fillRect/>
          </a:stretch>
        </p:blipFill>
        <p:spPr>
          <a:xfrm>
            <a:off x="297902" y="1988704"/>
            <a:ext cx="4283112" cy="3492501"/>
          </a:xfrm>
          <a:prstGeom prst="rect">
            <a:avLst/>
          </a:prstGeom>
        </p:spPr>
      </p:pic>
      <p:sp>
        <p:nvSpPr>
          <p:cNvPr id="6" name="TextBox 5">
            <a:extLst>
              <a:ext uri="{FF2B5EF4-FFF2-40B4-BE49-F238E27FC236}">
                <a16:creationId xmlns:a16="http://schemas.microsoft.com/office/drawing/2014/main" id="{3D51C889-42B9-2081-B278-7B11140FAFD7}"/>
              </a:ext>
            </a:extLst>
          </p:cNvPr>
          <p:cNvSpPr txBox="1"/>
          <p:nvPr/>
        </p:nvSpPr>
        <p:spPr>
          <a:xfrm>
            <a:off x="4710545" y="1985818"/>
            <a:ext cx="7181271"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GB" sz="2000" b="1">
                <a:latin typeface="Times New Roman"/>
                <a:ea typeface="+mn-lt"/>
                <a:cs typeface="+mn-lt"/>
              </a:rPr>
              <a:t>Key Concept:</a:t>
            </a:r>
            <a:r>
              <a:rPr lang="en-GB" sz="2000">
                <a:latin typeface="Times New Roman"/>
                <a:ea typeface="+mn-lt"/>
                <a:cs typeface="+mn-lt"/>
              </a:rPr>
              <a:t> AI is the vision; ML is the method; DL is the specialized tool.</a:t>
            </a:r>
            <a:endParaRPr lang="en-US" sz="2000">
              <a:latin typeface="Times New Roman"/>
              <a:cs typeface="Times New Roman"/>
            </a:endParaRPr>
          </a:p>
          <a:p>
            <a:pPr marL="285750" indent="-285750" algn="just">
              <a:buFont typeface="Arial"/>
              <a:buChar char="•"/>
            </a:pPr>
            <a:r>
              <a:rPr lang="en-GB" sz="2000" b="1">
                <a:latin typeface="Times New Roman"/>
                <a:ea typeface="+mn-lt"/>
                <a:cs typeface="+mn-lt"/>
              </a:rPr>
              <a:t>Artificial Intelligence (AI):</a:t>
            </a:r>
            <a:r>
              <a:rPr lang="en-GB" sz="2000">
                <a:latin typeface="Times New Roman"/>
                <a:ea typeface="+mn-lt"/>
                <a:cs typeface="+mn-lt"/>
              </a:rPr>
              <a:t> The broad field of creating systems that simulate human intelligence (e.g., playing chess, recognizing faces).</a:t>
            </a:r>
            <a:endParaRPr lang="en-GB" sz="2000">
              <a:latin typeface="Times New Roman"/>
              <a:cs typeface="Times New Roman"/>
            </a:endParaRPr>
          </a:p>
          <a:p>
            <a:pPr marL="285750" indent="-285750" algn="just">
              <a:buFont typeface="Arial"/>
              <a:buChar char="•"/>
            </a:pPr>
            <a:r>
              <a:rPr lang="en-GB" sz="2000" b="1">
                <a:latin typeface="Times New Roman"/>
                <a:ea typeface="+mn-lt"/>
                <a:cs typeface="+mn-lt"/>
              </a:rPr>
              <a:t>Machine Learning (ML):</a:t>
            </a:r>
            <a:r>
              <a:rPr lang="en-GB" sz="2000">
                <a:latin typeface="Times New Roman"/>
                <a:ea typeface="+mn-lt"/>
                <a:cs typeface="+mn-lt"/>
              </a:rPr>
              <a:t> A subset of AI that uses statistical techniques to enable machines to "learn" from data without being explicitly programmed for every scenario.</a:t>
            </a:r>
            <a:endParaRPr lang="en-GB" sz="2000">
              <a:latin typeface="Times New Roman"/>
              <a:cs typeface="Times New Roman"/>
            </a:endParaRPr>
          </a:p>
          <a:p>
            <a:pPr marL="285750" indent="-285750" algn="just">
              <a:buFont typeface="Arial"/>
              <a:buChar char="•"/>
            </a:pPr>
            <a:r>
              <a:rPr lang="en-GB" sz="2000" b="1">
                <a:latin typeface="Times New Roman"/>
                <a:ea typeface="+mn-lt"/>
                <a:cs typeface="+mn-lt"/>
              </a:rPr>
              <a:t>Deep Learning (DL):</a:t>
            </a:r>
            <a:r>
              <a:rPr lang="en-GB" sz="2000">
                <a:latin typeface="Times New Roman"/>
                <a:ea typeface="+mn-lt"/>
                <a:cs typeface="+mn-lt"/>
              </a:rPr>
              <a:t> A specialised subset of ML using multi-layered neural networks (inspired by the human brain) to solve complex tasks like image and speech recognition.</a:t>
            </a:r>
            <a:endParaRPr lang="en-GB" sz="20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495D5-2F22-951E-0283-5043F62E676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C0CCE73-69DE-DA43-60A1-1B82A308C880}"/>
              </a:ext>
            </a:extLst>
          </p:cNvPr>
          <p:cNvSpPr txBox="1"/>
          <p:nvPr/>
        </p:nvSpPr>
        <p:spPr>
          <a:xfrm>
            <a:off x="631658" y="600363"/>
            <a:ext cx="928406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3600">
                <a:solidFill>
                  <a:schemeClr val="accent3">
                    <a:lumMod val="76000"/>
                  </a:schemeClr>
                </a:solidFill>
                <a:ea typeface="+mn-lt"/>
                <a:cs typeface="+mn-lt"/>
              </a:rPr>
              <a:t>The Broad Spectrum (Intelligence Levels)</a:t>
            </a:r>
            <a:endParaRPr lang="en-US"/>
          </a:p>
        </p:txBody>
      </p:sp>
      <p:sp>
        <p:nvSpPr>
          <p:cNvPr id="2" name="TextBox 1">
            <a:extLst>
              <a:ext uri="{FF2B5EF4-FFF2-40B4-BE49-F238E27FC236}">
                <a16:creationId xmlns:a16="http://schemas.microsoft.com/office/drawing/2014/main" id="{AC8F6D7D-7528-C26E-EA85-8A59B1AE2E8C}"/>
              </a:ext>
            </a:extLst>
          </p:cNvPr>
          <p:cNvSpPr txBox="1"/>
          <p:nvPr/>
        </p:nvSpPr>
        <p:spPr>
          <a:xfrm>
            <a:off x="819727" y="1708727"/>
            <a:ext cx="1031009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GB" sz="2400" b="1">
                <a:latin typeface="Times New Roman"/>
                <a:cs typeface="Times New Roman"/>
              </a:rPr>
              <a:t>Artificial Narrow AI (ANI):</a:t>
            </a:r>
            <a:r>
              <a:rPr lang="en-GB" sz="2400">
                <a:latin typeface="Times New Roman"/>
                <a:cs typeface="Times New Roman"/>
              </a:rPr>
              <a:t> AI systems designed and trained to perform a specific task or solve a defined problem without possessing general cognitive abilities.</a:t>
            </a:r>
            <a:endParaRPr lang="en-US" sz="2400">
              <a:latin typeface="Times New Roman"/>
              <a:cs typeface="Times New Roman"/>
            </a:endParaRPr>
          </a:p>
          <a:p>
            <a:pPr marL="285750" indent="-285750">
              <a:buFont typeface="Arial,Sans-Serif"/>
              <a:buChar char="•"/>
            </a:pPr>
            <a:r>
              <a:rPr lang="en-GB" sz="2400" b="1">
                <a:latin typeface="Times New Roman"/>
                <a:cs typeface="Times New Roman"/>
              </a:rPr>
              <a:t>Artificial General Intelligence (AGI):</a:t>
            </a:r>
            <a:r>
              <a:rPr lang="en-GB" sz="2400">
                <a:latin typeface="Times New Roman"/>
                <a:cs typeface="Times New Roman"/>
              </a:rPr>
              <a:t> An autonomous system that possesses the ability to understand, learn, and apply knowledge across any intellectual task at a level equal to a human being.</a:t>
            </a:r>
          </a:p>
          <a:p>
            <a:pPr marL="285750" indent="-285750">
              <a:buFont typeface="Arial,Sans-Serif"/>
              <a:buChar char="•"/>
            </a:pPr>
            <a:r>
              <a:rPr lang="en-GB" sz="2400" b="1">
                <a:latin typeface="Times New Roman"/>
                <a:cs typeface="Times New Roman"/>
              </a:rPr>
              <a:t>Artificial Super Intelligence (ASI):</a:t>
            </a:r>
            <a:r>
              <a:rPr lang="en-GB" sz="2400">
                <a:latin typeface="Times New Roman"/>
                <a:cs typeface="Times New Roman"/>
              </a:rPr>
              <a:t> A hypothetical form of AI that surpasses human intelligence across all fields, including creativity, general wisdom, and social skills.</a:t>
            </a:r>
          </a:p>
        </p:txBody>
      </p:sp>
    </p:spTree>
    <p:extLst>
      <p:ext uri="{BB962C8B-B14F-4D97-AF65-F5344CB8AC3E}">
        <p14:creationId xmlns:p14="http://schemas.microsoft.com/office/powerpoint/2010/main" val="838455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F4C53-5198-2B96-D4A3-C4A7714EF5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367BD-0C07-E1C9-F73E-45E2AC446C99}"/>
              </a:ext>
            </a:extLst>
          </p:cNvPr>
          <p:cNvSpPr>
            <a:spLocks noGrp="1"/>
          </p:cNvSpPr>
          <p:nvPr>
            <p:ph type="title"/>
          </p:nvPr>
        </p:nvSpPr>
        <p:spPr>
          <a:xfrm>
            <a:off x="1393234" y="1715257"/>
            <a:ext cx="8880534" cy="3903734"/>
          </a:xfrm>
        </p:spPr>
        <p:txBody>
          <a:bodyPr>
            <a:noAutofit/>
          </a:bodyPr>
          <a:lstStyle/>
          <a:p>
            <a:pPr marL="457200" indent="-457200">
              <a:buFont typeface="Arial"/>
              <a:buChar char="•"/>
            </a:pPr>
            <a:endParaRPr lang="en-US" sz="3200" b="0">
              <a:solidFill>
                <a:srgbClr val="03807F"/>
              </a:solidFill>
            </a:endParaRPr>
          </a:p>
          <a:p>
            <a:pPr marL="571500" indent="-571500">
              <a:buFont typeface="Arial"/>
              <a:buChar char="•"/>
            </a:pPr>
            <a:endParaRPr lang="en-US">
              <a:solidFill>
                <a:srgbClr val="03807F"/>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9EA01AE-3CB5-B85C-4F90-0AA98E7E85D4}"/>
              </a:ext>
            </a:extLst>
          </p:cNvPr>
          <p:cNvSpPr txBox="1"/>
          <p:nvPr/>
        </p:nvSpPr>
        <p:spPr>
          <a:xfrm>
            <a:off x="631658" y="600363"/>
            <a:ext cx="928406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3600">
                <a:solidFill>
                  <a:schemeClr val="accent3">
                    <a:lumMod val="76000"/>
                  </a:schemeClr>
                </a:solidFill>
                <a:ea typeface="+mn-lt"/>
                <a:cs typeface="+mn-lt"/>
              </a:rPr>
              <a:t>Core Learning Paradigms</a:t>
            </a:r>
            <a:endParaRPr lang="en-US"/>
          </a:p>
        </p:txBody>
      </p:sp>
      <p:pic>
        <p:nvPicPr>
          <p:cNvPr id="4" name="Picture 3" descr="Image of Supervised vs Unsupervised vs Reinforcement Learning">
            <a:extLst>
              <a:ext uri="{FF2B5EF4-FFF2-40B4-BE49-F238E27FC236}">
                <a16:creationId xmlns:a16="http://schemas.microsoft.com/office/drawing/2014/main" id="{E67E3322-C0AF-1BB1-C14C-DBBBC5EC5973}"/>
              </a:ext>
            </a:extLst>
          </p:cNvPr>
          <p:cNvPicPr>
            <a:picLocks noChangeAspect="1"/>
          </p:cNvPicPr>
          <p:nvPr/>
        </p:nvPicPr>
        <p:blipFill>
          <a:blip r:embed="rId3"/>
          <a:stretch>
            <a:fillRect/>
          </a:stretch>
        </p:blipFill>
        <p:spPr>
          <a:xfrm>
            <a:off x="6975986" y="1714500"/>
            <a:ext cx="5108612" cy="4085167"/>
          </a:xfrm>
          <a:prstGeom prst="rect">
            <a:avLst/>
          </a:prstGeom>
        </p:spPr>
      </p:pic>
      <p:sp>
        <p:nvSpPr>
          <p:cNvPr id="6" name="TextBox 5">
            <a:extLst>
              <a:ext uri="{FF2B5EF4-FFF2-40B4-BE49-F238E27FC236}">
                <a16:creationId xmlns:a16="http://schemas.microsoft.com/office/drawing/2014/main" id="{63718E18-FF39-BA2D-9E5A-EF0B31471753}"/>
              </a:ext>
            </a:extLst>
          </p:cNvPr>
          <p:cNvSpPr txBox="1"/>
          <p:nvPr/>
        </p:nvSpPr>
        <p:spPr>
          <a:xfrm>
            <a:off x="191463" y="1497061"/>
            <a:ext cx="655012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GB" b="1">
                <a:latin typeface="Times New Roman"/>
                <a:ea typeface="+mn-lt"/>
                <a:cs typeface="+mn-lt"/>
              </a:rPr>
              <a:t>Supervised Learning:</a:t>
            </a:r>
            <a:r>
              <a:rPr lang="en-GB">
                <a:latin typeface="Times New Roman"/>
                <a:ea typeface="+mn-lt"/>
                <a:cs typeface="+mn-lt"/>
              </a:rPr>
              <a:t> A ML paradigm where the model is trained on a </a:t>
            </a:r>
            <a:r>
              <a:rPr lang="en-GB" err="1">
                <a:latin typeface="Times New Roman"/>
                <a:ea typeface="+mn-lt"/>
                <a:cs typeface="+mn-lt"/>
              </a:rPr>
              <a:t>labeled</a:t>
            </a:r>
            <a:r>
              <a:rPr lang="en-GB">
                <a:latin typeface="Times New Roman"/>
                <a:ea typeface="+mn-lt"/>
                <a:cs typeface="+mn-lt"/>
              </a:rPr>
              <a:t> dataset, mapping input features to known output targets.</a:t>
            </a:r>
            <a:endParaRPr lang="en-US">
              <a:latin typeface="Times New Roman"/>
              <a:cs typeface="Times New Roman"/>
            </a:endParaRPr>
          </a:p>
          <a:p>
            <a:pPr marL="285750" indent="-285750" algn="just">
              <a:buFont typeface="Arial"/>
              <a:buChar char="•"/>
            </a:pPr>
            <a:r>
              <a:rPr lang="en-GB" b="1">
                <a:latin typeface="Times New Roman"/>
                <a:ea typeface="+mn-lt"/>
                <a:cs typeface="+mn-lt"/>
              </a:rPr>
              <a:t>Unsupervised Learning:</a:t>
            </a:r>
            <a:r>
              <a:rPr lang="en-GB">
                <a:latin typeface="Times New Roman"/>
                <a:ea typeface="+mn-lt"/>
                <a:cs typeface="+mn-lt"/>
              </a:rPr>
              <a:t> A method used to identify underlying patterns, structures, or clusters within a dataset without the guidance of pre-existing labels.</a:t>
            </a:r>
            <a:endParaRPr lang="en-GB">
              <a:latin typeface="Times New Roman"/>
              <a:cs typeface="Times New Roman"/>
            </a:endParaRPr>
          </a:p>
          <a:p>
            <a:pPr marL="285750" indent="-285750" algn="just">
              <a:buFont typeface="Arial"/>
              <a:buChar char="•"/>
            </a:pPr>
            <a:r>
              <a:rPr lang="en-GB" b="1">
                <a:latin typeface="Times New Roman"/>
                <a:ea typeface="+mn-lt"/>
                <a:cs typeface="+mn-lt"/>
              </a:rPr>
              <a:t>Reinforcement Learning:</a:t>
            </a:r>
            <a:r>
              <a:rPr lang="en-GB">
                <a:latin typeface="Times New Roman"/>
                <a:ea typeface="+mn-lt"/>
                <a:cs typeface="+mn-lt"/>
              </a:rPr>
              <a:t> An agent-based learning process where an entity learns to make sequences of decisions by maximizing a cumulative reward signal through trial-and-error interaction with an environment.</a:t>
            </a:r>
            <a:endParaRPr lang="en-GB">
              <a:latin typeface="Times New Roman"/>
              <a:cs typeface="Times New Roman"/>
            </a:endParaRPr>
          </a:p>
          <a:p>
            <a:pPr marL="285750" indent="-285750" algn="just">
              <a:buFont typeface="Arial"/>
              <a:buChar char="•"/>
            </a:pPr>
            <a:r>
              <a:rPr lang="en-GB" b="1">
                <a:latin typeface="Times New Roman"/>
                <a:ea typeface="+mn-lt"/>
                <a:cs typeface="+mn-lt"/>
              </a:rPr>
              <a:t>Semi-Supervised Learning:</a:t>
            </a:r>
            <a:r>
              <a:rPr lang="en-GB">
                <a:latin typeface="Times New Roman"/>
                <a:ea typeface="+mn-lt"/>
                <a:cs typeface="+mn-lt"/>
              </a:rPr>
              <a:t> A technique that combines a small amount of </a:t>
            </a:r>
            <a:r>
              <a:rPr lang="en-GB" err="1">
                <a:latin typeface="Times New Roman"/>
                <a:ea typeface="+mn-lt"/>
                <a:cs typeface="+mn-lt"/>
              </a:rPr>
              <a:t>labeled</a:t>
            </a:r>
            <a:r>
              <a:rPr lang="en-GB">
                <a:latin typeface="Times New Roman"/>
                <a:ea typeface="+mn-lt"/>
                <a:cs typeface="+mn-lt"/>
              </a:rPr>
              <a:t> data with a large amount of </a:t>
            </a:r>
            <a:r>
              <a:rPr lang="en-GB" err="1">
                <a:latin typeface="Times New Roman"/>
                <a:ea typeface="+mn-lt"/>
                <a:cs typeface="+mn-lt"/>
              </a:rPr>
              <a:t>unlabeled</a:t>
            </a:r>
            <a:r>
              <a:rPr lang="en-GB">
                <a:latin typeface="Times New Roman"/>
                <a:ea typeface="+mn-lt"/>
                <a:cs typeface="+mn-lt"/>
              </a:rPr>
              <a:t> data during training to improve learning accuracy.</a:t>
            </a:r>
            <a:endParaRPr lang="en-GB">
              <a:latin typeface="Times New Roman"/>
              <a:cs typeface="Times New Roman"/>
            </a:endParaRPr>
          </a:p>
          <a:p>
            <a:pPr marL="285750" indent="-285750" algn="just">
              <a:buFont typeface="Arial"/>
              <a:buChar char="•"/>
            </a:pPr>
            <a:r>
              <a:rPr lang="en-GB" b="1">
                <a:latin typeface="Times New Roman"/>
                <a:ea typeface="+mn-lt"/>
                <a:cs typeface="+mn-lt"/>
              </a:rPr>
              <a:t>Self-Supervised Learning:</a:t>
            </a:r>
            <a:r>
              <a:rPr lang="en-GB">
                <a:latin typeface="Times New Roman"/>
                <a:ea typeface="+mn-lt"/>
                <a:cs typeface="+mn-lt"/>
              </a:rPr>
              <a:t> A form of unsupervised learning where the system generates its own labels from the input data, typically by hiding part of the input and predicting it.</a:t>
            </a:r>
            <a:endParaRPr lang="en-GB">
              <a:latin typeface="Times New Roman"/>
              <a:cs typeface="Times New Roman"/>
            </a:endParaRPr>
          </a:p>
        </p:txBody>
      </p:sp>
    </p:spTree>
    <p:extLst>
      <p:ext uri="{BB962C8B-B14F-4D97-AF65-F5344CB8AC3E}">
        <p14:creationId xmlns:p14="http://schemas.microsoft.com/office/powerpoint/2010/main" val="4279679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F8E92-15A3-F6F9-4E37-DA8B3E518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64A74-B27B-1DB5-D4EE-E2B6D39F5653}"/>
              </a:ext>
            </a:extLst>
          </p:cNvPr>
          <p:cNvSpPr>
            <a:spLocks noGrp="1"/>
          </p:cNvSpPr>
          <p:nvPr>
            <p:ph type="title"/>
          </p:nvPr>
        </p:nvSpPr>
        <p:spPr>
          <a:xfrm>
            <a:off x="1393234" y="1715257"/>
            <a:ext cx="8880534" cy="3903734"/>
          </a:xfrm>
        </p:spPr>
        <p:txBody>
          <a:bodyPr>
            <a:noAutofit/>
          </a:bodyPr>
          <a:lstStyle/>
          <a:p>
            <a:pPr marL="457200" indent="-457200">
              <a:buFont typeface="Arial"/>
              <a:buChar char="•"/>
            </a:pPr>
            <a:endParaRPr lang="en-US" sz="3200" b="0">
              <a:solidFill>
                <a:srgbClr val="03807F"/>
              </a:solidFill>
            </a:endParaRPr>
          </a:p>
          <a:p>
            <a:pPr marL="571500" indent="-571500">
              <a:buFont typeface="Arial"/>
              <a:buChar char="•"/>
            </a:pPr>
            <a:endParaRPr lang="en-US">
              <a:solidFill>
                <a:srgbClr val="03807F"/>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E12020B-B16B-503A-3FCF-44BFBD11530F}"/>
              </a:ext>
            </a:extLst>
          </p:cNvPr>
          <p:cNvSpPr txBox="1"/>
          <p:nvPr/>
        </p:nvSpPr>
        <p:spPr>
          <a:xfrm>
            <a:off x="991491" y="50030"/>
            <a:ext cx="928406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000">
                <a:solidFill>
                  <a:schemeClr val="accent3">
                    <a:lumMod val="76000"/>
                  </a:schemeClr>
                </a:solidFill>
                <a:ea typeface="+mn-lt"/>
                <a:cs typeface="+mn-lt"/>
              </a:rPr>
              <a:t>S</a:t>
            </a:r>
            <a:r>
              <a:rPr lang="en-GB" sz="3200">
                <a:solidFill>
                  <a:schemeClr val="accent3">
                    <a:lumMod val="76000"/>
                  </a:schemeClr>
                </a:solidFill>
                <a:latin typeface="Times New Roman"/>
                <a:ea typeface="+mn-lt"/>
                <a:cs typeface="+mn-lt"/>
              </a:rPr>
              <a:t>pecialized Model Techniques: Data-Efficient Techniques</a:t>
            </a:r>
            <a:endParaRPr lang="en-US" sz="3200">
              <a:solidFill>
                <a:schemeClr val="accent3">
                  <a:lumMod val="76000"/>
                </a:schemeClr>
              </a:solidFill>
              <a:latin typeface="Times New Roman"/>
              <a:cs typeface="Times New Roman"/>
            </a:endParaRPr>
          </a:p>
        </p:txBody>
      </p:sp>
      <p:sp>
        <p:nvSpPr>
          <p:cNvPr id="5" name="TextBox 4">
            <a:extLst>
              <a:ext uri="{FF2B5EF4-FFF2-40B4-BE49-F238E27FC236}">
                <a16:creationId xmlns:a16="http://schemas.microsoft.com/office/drawing/2014/main" id="{77105D8D-AE67-7EF3-2996-3921B2E4A175}"/>
              </a:ext>
            </a:extLst>
          </p:cNvPr>
          <p:cNvSpPr txBox="1"/>
          <p:nvPr/>
        </p:nvSpPr>
        <p:spPr>
          <a:xfrm>
            <a:off x="629226" y="1247871"/>
            <a:ext cx="10704560"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GB" sz="2000" b="1">
                <a:latin typeface="Times New Roman"/>
                <a:ea typeface="+mn-lt"/>
                <a:cs typeface="+mn-lt"/>
              </a:rPr>
              <a:t>Transfer Learning:</a:t>
            </a:r>
            <a:r>
              <a:rPr lang="en-GB" sz="2000">
                <a:latin typeface="Times New Roman"/>
                <a:ea typeface="+mn-lt"/>
                <a:cs typeface="+mn-lt"/>
              </a:rPr>
              <a:t> A research problem in ML that focuses on storing knowledge gained while solving one problem and applying it to a different but related problem.</a:t>
            </a:r>
            <a:endParaRPr lang="en-US" sz="2000">
              <a:latin typeface="Times New Roman"/>
              <a:ea typeface="+mn-lt"/>
              <a:cs typeface="+mn-lt"/>
            </a:endParaRPr>
          </a:p>
          <a:p>
            <a:pPr marL="285750" indent="-285750" algn="just">
              <a:buFont typeface="Arial"/>
              <a:buChar char="•"/>
            </a:pPr>
            <a:r>
              <a:rPr lang="en-GB" sz="2000" b="1">
                <a:latin typeface="Times New Roman"/>
                <a:ea typeface="+mn-lt"/>
                <a:cs typeface="+mn-lt"/>
              </a:rPr>
              <a:t>Zero-Shot Learning (ZSL):</a:t>
            </a:r>
            <a:r>
              <a:rPr lang="en-GB" sz="2000">
                <a:latin typeface="Times New Roman"/>
                <a:ea typeface="+mn-lt"/>
                <a:cs typeface="+mn-lt"/>
              </a:rPr>
              <a:t> A ML paradigm where a model is designed to classify or recognize unseen categories by leveraging auxiliary semantic information, such as attribute descriptions or word embeddings, without having seen explicit training examples for those classes.</a:t>
            </a:r>
          </a:p>
          <a:p>
            <a:pPr marL="285750" indent="-285750" algn="just">
              <a:buFont typeface="Arial"/>
              <a:buChar char="•"/>
            </a:pPr>
            <a:r>
              <a:rPr lang="en-GB" sz="2000" b="1">
                <a:latin typeface="Times New Roman"/>
                <a:ea typeface="+mn-lt"/>
                <a:cs typeface="+mn-lt"/>
              </a:rPr>
              <a:t>Few-Shot Learning (FSL):</a:t>
            </a:r>
            <a:r>
              <a:rPr lang="en-GB" sz="2000">
                <a:latin typeface="Times New Roman"/>
                <a:ea typeface="+mn-lt"/>
                <a:cs typeface="+mn-lt"/>
              </a:rPr>
              <a:t> A subfield of ML focused on developing algorithms that can generalize to new tasks or categories from a very limited number of </a:t>
            </a:r>
            <a:r>
              <a:rPr lang="en-GB" sz="2000" err="1">
                <a:latin typeface="Times New Roman"/>
                <a:ea typeface="+mn-lt"/>
                <a:cs typeface="+mn-lt"/>
              </a:rPr>
              <a:t>labeled</a:t>
            </a:r>
            <a:r>
              <a:rPr lang="en-GB" sz="2000">
                <a:latin typeface="Times New Roman"/>
                <a:ea typeface="+mn-lt"/>
                <a:cs typeface="+mn-lt"/>
              </a:rPr>
              <a:t> training samples, typically by utilizing prior knowledge or meta-learning strategies.</a:t>
            </a:r>
          </a:p>
          <a:p>
            <a:pPr marL="285750" indent="-285750" algn="just">
              <a:buFont typeface="Arial"/>
              <a:buChar char="•"/>
            </a:pPr>
            <a:r>
              <a:rPr lang="en-GB" sz="2000" b="1">
                <a:latin typeface="Times New Roman"/>
                <a:ea typeface="+mn-lt"/>
                <a:cs typeface="+mn-lt"/>
              </a:rPr>
              <a:t>Meta-Learning:</a:t>
            </a:r>
            <a:r>
              <a:rPr lang="en-GB" sz="2000">
                <a:latin typeface="Times New Roman"/>
                <a:ea typeface="+mn-lt"/>
                <a:cs typeface="+mn-lt"/>
              </a:rPr>
              <a:t> Often described as "learning to learn," this technique involves training models on a variety of learning tasks so they can adapt to new, unseen tasks with minimal data and rapid optimization.</a:t>
            </a:r>
          </a:p>
          <a:p>
            <a:pPr marL="285750" indent="-285750" algn="just">
              <a:buFont typeface="Arial"/>
              <a:buChar char="•"/>
            </a:pPr>
            <a:r>
              <a:rPr lang="en-GB" sz="2000" b="1">
                <a:latin typeface="Times New Roman"/>
                <a:ea typeface="+mn-lt"/>
                <a:cs typeface="+mn-lt"/>
              </a:rPr>
              <a:t>Explainable AI (XAI):</a:t>
            </a:r>
            <a:r>
              <a:rPr lang="en-GB" sz="2000">
                <a:latin typeface="Times New Roman"/>
                <a:ea typeface="+mn-lt"/>
                <a:cs typeface="+mn-lt"/>
              </a:rPr>
              <a:t> A suite of methods and techniques that enable human users to understand and trust the internal decision-making logic of "black-box" machine learning models, ensuring transparency and accountability.</a:t>
            </a:r>
          </a:p>
        </p:txBody>
      </p:sp>
    </p:spTree>
    <p:extLst>
      <p:ext uri="{BB962C8B-B14F-4D97-AF65-F5344CB8AC3E}">
        <p14:creationId xmlns:p14="http://schemas.microsoft.com/office/powerpoint/2010/main" val="316734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6AE67-0535-60A2-78A9-2D6B3D5A2C2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998BD24-1790-4419-97F2-3A3C7A53CEE2}"/>
              </a:ext>
            </a:extLst>
          </p:cNvPr>
          <p:cNvSpPr txBox="1"/>
          <p:nvPr/>
        </p:nvSpPr>
        <p:spPr>
          <a:xfrm>
            <a:off x="991491" y="50030"/>
            <a:ext cx="928406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3600">
                <a:solidFill>
                  <a:schemeClr val="accent3">
                    <a:lumMod val="76000"/>
                  </a:schemeClr>
                </a:solidFill>
                <a:latin typeface="Times New Roman"/>
                <a:ea typeface="+mn-lt"/>
                <a:cs typeface="+mn-lt"/>
              </a:rPr>
              <a:t>Specialized Model Techniques: Advanced Architectures</a:t>
            </a:r>
            <a:endParaRPr lang="en-US" sz="3600">
              <a:solidFill>
                <a:schemeClr val="accent3">
                  <a:lumMod val="76000"/>
                </a:schemeClr>
              </a:solidFill>
              <a:latin typeface="Times New Roman"/>
              <a:cs typeface="Times New Roman"/>
            </a:endParaRPr>
          </a:p>
        </p:txBody>
      </p:sp>
      <p:sp>
        <p:nvSpPr>
          <p:cNvPr id="5" name="TextBox 4">
            <a:extLst>
              <a:ext uri="{FF2B5EF4-FFF2-40B4-BE49-F238E27FC236}">
                <a16:creationId xmlns:a16="http://schemas.microsoft.com/office/drawing/2014/main" id="{A30FB6B8-AD89-A99C-1F05-7ED8CBCF51CC}"/>
              </a:ext>
            </a:extLst>
          </p:cNvPr>
          <p:cNvSpPr txBox="1"/>
          <p:nvPr/>
        </p:nvSpPr>
        <p:spPr>
          <a:xfrm>
            <a:off x="629226" y="1247871"/>
            <a:ext cx="10704560"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GB" sz="2200" b="1">
                <a:latin typeface="Times New Roman"/>
                <a:ea typeface="+mn-lt"/>
                <a:cs typeface="+mn-lt"/>
              </a:rPr>
              <a:t>Federated Learning:</a:t>
            </a:r>
            <a:r>
              <a:rPr lang="en-GB" sz="2200">
                <a:latin typeface="Times New Roman"/>
                <a:ea typeface="+mn-lt"/>
                <a:cs typeface="+mn-lt"/>
              </a:rPr>
              <a:t> A decentralized machine learning approach that trains an algorithm across multiple edge devices or servers holding local data samples, without exchanging the data itself.</a:t>
            </a:r>
            <a:endParaRPr lang="en-US"/>
          </a:p>
          <a:p>
            <a:pPr marL="285750" indent="-285750" algn="just">
              <a:buFont typeface="Arial"/>
              <a:buChar char="•"/>
            </a:pPr>
            <a:r>
              <a:rPr lang="en-GB" sz="2200" b="1">
                <a:latin typeface="Times New Roman"/>
                <a:ea typeface="+mn-lt"/>
                <a:cs typeface="+mn-lt"/>
              </a:rPr>
              <a:t>Ensemble Learning:</a:t>
            </a:r>
            <a:r>
              <a:rPr lang="en-GB" sz="2200">
                <a:latin typeface="Times New Roman"/>
                <a:ea typeface="+mn-lt"/>
                <a:cs typeface="+mn-lt"/>
              </a:rPr>
              <a:t> A meta-approach that combines the predictions of multiple base models (such as Bagging, Boosting, or Stacking) to improve overall generalizability and robustness compared to any single constituent model. </a:t>
            </a:r>
          </a:p>
          <a:p>
            <a:pPr marL="285750" indent="-285750" algn="just">
              <a:buFont typeface="Arial"/>
              <a:buChar char="•"/>
            </a:pPr>
            <a:r>
              <a:rPr lang="en-GB" sz="2200" b="1">
                <a:latin typeface="Times New Roman"/>
                <a:ea typeface="+mn-lt"/>
                <a:cs typeface="Times New Roman"/>
              </a:rPr>
              <a:t>Multimodal Learning:</a:t>
            </a:r>
            <a:r>
              <a:rPr lang="en-GB" sz="2200">
                <a:latin typeface="Times New Roman"/>
                <a:ea typeface="+mn-lt"/>
                <a:cs typeface="Times New Roman"/>
              </a:rPr>
              <a:t> The development of models capable of processing, relating, and fusing information from multiple distinct types of input data, such as simultaneous text, image, and audio streams.</a:t>
            </a:r>
            <a:endParaRPr lang="en-GB" sz="2200">
              <a:latin typeface="Times New Roman"/>
              <a:ea typeface="+mn-lt"/>
              <a:cs typeface="+mn-lt"/>
            </a:endParaRPr>
          </a:p>
          <a:p>
            <a:pPr marL="285750" indent="-285750" algn="just">
              <a:buFont typeface="Arial"/>
              <a:buChar char="•"/>
            </a:pPr>
            <a:r>
              <a:rPr lang="en-GB" sz="2200" b="1">
                <a:latin typeface="Times New Roman"/>
                <a:ea typeface="+mn-lt"/>
                <a:cs typeface="+mn-lt"/>
              </a:rPr>
              <a:t>Neuro-Symbolic AI:</a:t>
            </a:r>
            <a:r>
              <a:rPr lang="en-GB" sz="2200">
                <a:latin typeface="Times New Roman"/>
                <a:ea typeface="+mn-lt"/>
                <a:cs typeface="+mn-lt"/>
              </a:rPr>
              <a:t> A hybrid approach that integrates the pattern recognition strengths of neural networks with the symbolic reasoning and logic-based capabilities of traditional AI to enhance complex problem-solving.</a:t>
            </a:r>
            <a:endParaRPr lang="en-GB">
              <a:latin typeface="Times New Roman"/>
              <a:ea typeface="+mn-lt"/>
              <a:cs typeface="+mn-lt"/>
            </a:endParaRPr>
          </a:p>
        </p:txBody>
      </p:sp>
    </p:spTree>
    <p:extLst>
      <p:ext uri="{BB962C8B-B14F-4D97-AF65-F5344CB8AC3E}">
        <p14:creationId xmlns:p14="http://schemas.microsoft.com/office/powerpoint/2010/main" val="3884084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B81C0-00E8-5B8F-E020-EB4A5D5327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6E0E669-EBF6-ECB7-E612-5FA41399A4A8}"/>
              </a:ext>
            </a:extLst>
          </p:cNvPr>
          <p:cNvSpPr txBox="1"/>
          <p:nvPr/>
        </p:nvSpPr>
        <p:spPr>
          <a:xfrm>
            <a:off x="991491" y="50030"/>
            <a:ext cx="928406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3600">
                <a:solidFill>
                  <a:schemeClr val="accent3">
                    <a:lumMod val="76000"/>
                  </a:schemeClr>
                </a:solidFill>
                <a:latin typeface="Times New Roman"/>
                <a:ea typeface="+mn-lt"/>
                <a:cs typeface="+mn-lt"/>
              </a:rPr>
              <a:t>Specialized Model Techniques: Generative Systems</a:t>
            </a:r>
            <a:endParaRPr lang="en-US" sz="3600">
              <a:solidFill>
                <a:schemeClr val="accent3">
                  <a:lumMod val="76000"/>
                </a:schemeClr>
              </a:solidFill>
              <a:latin typeface="Times New Roman"/>
              <a:cs typeface="Times New Roman"/>
            </a:endParaRPr>
          </a:p>
        </p:txBody>
      </p:sp>
      <p:sp>
        <p:nvSpPr>
          <p:cNvPr id="5" name="TextBox 4">
            <a:extLst>
              <a:ext uri="{FF2B5EF4-FFF2-40B4-BE49-F238E27FC236}">
                <a16:creationId xmlns:a16="http://schemas.microsoft.com/office/drawing/2014/main" id="{6F9E0A9A-919D-AB2D-BCC3-B3BFC7DCBA88}"/>
              </a:ext>
            </a:extLst>
          </p:cNvPr>
          <p:cNvSpPr txBox="1"/>
          <p:nvPr/>
        </p:nvSpPr>
        <p:spPr>
          <a:xfrm>
            <a:off x="629226" y="1247871"/>
            <a:ext cx="1070456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Arial"/>
              <a:buChar char="•"/>
            </a:pPr>
            <a:r>
              <a:rPr lang="en-GB" sz="2400" b="1">
                <a:latin typeface="Times New Roman"/>
                <a:ea typeface="+mn-lt"/>
                <a:cs typeface="+mn-lt"/>
              </a:rPr>
              <a:t>Time Series &amp; Sequence Models:</a:t>
            </a:r>
            <a:r>
              <a:rPr lang="en-GB" sz="2400">
                <a:latin typeface="Times New Roman"/>
                <a:ea typeface="+mn-lt"/>
                <a:cs typeface="+mn-lt"/>
              </a:rPr>
              <a:t> Architectures like LSTMs, GRUs, and Transformers designed specifically to handle </a:t>
            </a:r>
            <a:r>
              <a:rPr lang="en-GB" sz="2400" b="1">
                <a:latin typeface="Times New Roman"/>
                <a:ea typeface="+mn-lt"/>
                <a:cs typeface="+mn-lt"/>
              </a:rPr>
              <a:t>temporal dependencies</a:t>
            </a:r>
            <a:r>
              <a:rPr lang="en-GB" sz="2400">
                <a:latin typeface="Times New Roman"/>
                <a:ea typeface="+mn-lt"/>
                <a:cs typeface="+mn-lt"/>
              </a:rPr>
              <a:t> and data where the order of observations is critical, i.e., to process data points indexed in temporal order or sequential arrangements.</a:t>
            </a:r>
            <a:endParaRPr lang="en-US" sz="2400">
              <a:latin typeface="Times New Roman"/>
              <a:ea typeface="+mn-lt"/>
              <a:cs typeface="+mn-lt"/>
            </a:endParaRPr>
          </a:p>
          <a:p>
            <a:pPr marL="342900" indent="-342900" algn="just">
              <a:buFont typeface="Arial"/>
              <a:buChar char="•"/>
            </a:pPr>
            <a:r>
              <a:rPr lang="en-GB" sz="2400" b="1">
                <a:latin typeface="Times New Roman"/>
                <a:ea typeface="+mn-lt"/>
                <a:cs typeface="+mn-lt"/>
              </a:rPr>
              <a:t>Graph-Based Models:</a:t>
            </a:r>
            <a:r>
              <a:rPr lang="en-GB" sz="2400">
                <a:latin typeface="Times New Roman"/>
                <a:ea typeface="+mn-lt"/>
                <a:cs typeface="+mn-lt"/>
              </a:rPr>
              <a:t> Architectures like Graph Neural Networks (GNNs) designed to operate on </a:t>
            </a:r>
            <a:r>
              <a:rPr lang="en-GB" sz="2400" b="1">
                <a:latin typeface="Times New Roman"/>
                <a:ea typeface="+mn-lt"/>
                <a:cs typeface="+mn-lt"/>
              </a:rPr>
              <a:t>non-Euclidean data structures</a:t>
            </a:r>
            <a:r>
              <a:rPr lang="en-GB" sz="2400">
                <a:latin typeface="Times New Roman"/>
                <a:ea typeface="+mn-lt"/>
                <a:cs typeface="+mn-lt"/>
              </a:rPr>
              <a:t>, where the relationship (edge) between entities (nodes) is the primary feature. Models designed to capture and process data represented as graphs, emphasizing the relationships and dependencies between nodes.</a:t>
            </a:r>
            <a:endParaRPr lang="en-GB" sz="2400">
              <a:latin typeface="Times New Roman"/>
              <a:cs typeface="Times New Roman"/>
            </a:endParaRPr>
          </a:p>
          <a:p>
            <a:pPr marL="342900" indent="-342900" algn="just">
              <a:buFont typeface="Arial"/>
              <a:buChar char="•"/>
            </a:pPr>
            <a:r>
              <a:rPr lang="en-GB" sz="2400" b="1">
                <a:latin typeface="Times New Roman"/>
                <a:ea typeface="+mn-lt"/>
                <a:cs typeface="+mn-lt"/>
              </a:rPr>
              <a:t>Generative AI (GenAI):</a:t>
            </a:r>
            <a:r>
              <a:rPr lang="en-GB" sz="2400">
                <a:latin typeface="Times New Roman"/>
                <a:ea typeface="+mn-lt"/>
                <a:cs typeface="+mn-lt"/>
              </a:rPr>
              <a:t> A category of deep learning models, such as LLMs, GANs, VAEs, or Diffusion Models, capable of generating novel synthetic data (text, images, or audio) that mimics the statistical distribution of the training data.</a:t>
            </a:r>
            <a:endParaRPr lang="en-GB" sz="2400">
              <a:latin typeface="Times New Roman"/>
              <a:cs typeface="Times New Roman"/>
            </a:endParaRPr>
          </a:p>
        </p:txBody>
      </p:sp>
    </p:spTree>
    <p:extLst>
      <p:ext uri="{BB962C8B-B14F-4D97-AF65-F5344CB8AC3E}">
        <p14:creationId xmlns:p14="http://schemas.microsoft.com/office/powerpoint/2010/main" val="3186106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17E11-9028-DEF6-3418-6793312AA61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C8375D1-8142-971B-B910-C880B4FCE5E9}"/>
              </a:ext>
            </a:extLst>
          </p:cNvPr>
          <p:cNvSpPr txBox="1"/>
          <p:nvPr/>
        </p:nvSpPr>
        <p:spPr>
          <a:xfrm>
            <a:off x="832741" y="378113"/>
            <a:ext cx="928406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3600">
                <a:solidFill>
                  <a:schemeClr val="accent3">
                    <a:lumMod val="76000"/>
                  </a:schemeClr>
                </a:solidFill>
                <a:latin typeface="Times New Roman"/>
                <a:ea typeface="+mn-lt"/>
                <a:cs typeface="+mn-lt"/>
              </a:rPr>
              <a:t>Key Fields of Application</a:t>
            </a:r>
            <a:endParaRPr lang="en-US" sz="3600">
              <a:solidFill>
                <a:schemeClr val="accent3">
                  <a:lumMod val="76000"/>
                </a:schemeClr>
              </a:solidFill>
              <a:latin typeface="Times New Roman"/>
              <a:cs typeface="Times New Roman"/>
            </a:endParaRPr>
          </a:p>
        </p:txBody>
      </p:sp>
      <p:sp>
        <p:nvSpPr>
          <p:cNvPr id="5" name="TextBox 4">
            <a:extLst>
              <a:ext uri="{FF2B5EF4-FFF2-40B4-BE49-F238E27FC236}">
                <a16:creationId xmlns:a16="http://schemas.microsoft.com/office/drawing/2014/main" id="{668A767A-E9AB-4C30-F782-9F870B96E58C}"/>
              </a:ext>
            </a:extLst>
          </p:cNvPr>
          <p:cNvSpPr txBox="1"/>
          <p:nvPr/>
        </p:nvSpPr>
        <p:spPr>
          <a:xfrm>
            <a:off x="629226" y="1247871"/>
            <a:ext cx="10704560"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gn="just">
              <a:buFont typeface="Arial"/>
              <a:buChar char="•"/>
            </a:pPr>
            <a:r>
              <a:rPr lang="en-GB" sz="2800" b="1">
                <a:latin typeface="Times New Roman"/>
                <a:ea typeface="+mn-lt"/>
                <a:cs typeface="+mn-lt"/>
              </a:rPr>
              <a:t>Computer Vision (CV):</a:t>
            </a:r>
            <a:r>
              <a:rPr lang="en-GB" sz="2800">
                <a:latin typeface="Times New Roman"/>
                <a:ea typeface="+mn-lt"/>
                <a:cs typeface="+mn-lt"/>
              </a:rPr>
              <a:t> A field of AI that enables computers to derive meaningful information from digital images, videos, and other visual inputs to perform tasks like object detection or segmentation.</a:t>
            </a:r>
            <a:endParaRPr lang="en-US" sz="2800">
              <a:latin typeface="Times New Roman"/>
              <a:ea typeface="+mn-lt"/>
              <a:cs typeface="+mn-lt"/>
            </a:endParaRPr>
          </a:p>
          <a:p>
            <a:pPr marL="457200" indent="-457200" algn="just">
              <a:buFont typeface="Arial"/>
              <a:buChar char="•"/>
            </a:pPr>
            <a:r>
              <a:rPr lang="en-GB" sz="2800" b="1">
                <a:latin typeface="Times New Roman"/>
                <a:ea typeface="+mn-lt"/>
                <a:cs typeface="+mn-lt"/>
              </a:rPr>
              <a:t>Natural Language Processing (NLP):</a:t>
            </a:r>
            <a:r>
              <a:rPr lang="en-GB" sz="2800">
                <a:latin typeface="Times New Roman"/>
                <a:ea typeface="+mn-lt"/>
                <a:cs typeface="+mn-lt"/>
              </a:rPr>
              <a:t> The intersection of linguistics and AI focused on the interaction between computers and human language, specifically regarding the processing and analysis of large datasets of textual or vocal data.</a:t>
            </a:r>
          </a:p>
          <a:p>
            <a:pPr marL="457200" indent="-457200" algn="just">
              <a:buFont typeface="Arial"/>
              <a:buChar char="•"/>
            </a:pPr>
            <a:r>
              <a:rPr lang="en-GB" sz="2800" b="1">
                <a:latin typeface="Times New Roman"/>
                <a:ea typeface="+mn-lt"/>
                <a:cs typeface="+mn-lt"/>
              </a:rPr>
              <a:t>Anomaly Detection:</a:t>
            </a:r>
            <a:r>
              <a:rPr lang="en-GB" sz="2800">
                <a:latin typeface="Times New Roman"/>
                <a:ea typeface="+mn-lt"/>
                <a:cs typeface="+mn-lt"/>
              </a:rPr>
              <a:t> The identification of rare items, events, or observations which raise suspicions by differing significantly from the majority of the data.</a:t>
            </a:r>
          </a:p>
        </p:txBody>
      </p:sp>
    </p:spTree>
    <p:extLst>
      <p:ext uri="{BB962C8B-B14F-4D97-AF65-F5344CB8AC3E}">
        <p14:creationId xmlns:p14="http://schemas.microsoft.com/office/powerpoint/2010/main" val="3180712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5BA88-7CE8-D3DB-388B-B5AC2D90C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D17272-B9CE-851E-3712-E48F0DCAD1B4}"/>
              </a:ext>
            </a:extLst>
          </p:cNvPr>
          <p:cNvSpPr>
            <a:spLocks noGrp="1"/>
          </p:cNvSpPr>
          <p:nvPr>
            <p:ph type="title"/>
          </p:nvPr>
        </p:nvSpPr>
        <p:spPr>
          <a:xfrm>
            <a:off x="1393234" y="1715257"/>
            <a:ext cx="8880534" cy="3903734"/>
          </a:xfrm>
        </p:spPr>
        <p:txBody>
          <a:bodyPr>
            <a:noAutofit/>
          </a:bodyPr>
          <a:lstStyle/>
          <a:p>
            <a:pPr marL="457200" indent="-457200">
              <a:buFont typeface="Arial"/>
              <a:buChar char="•"/>
            </a:pPr>
            <a:endParaRPr lang="en-US" sz="3200" b="0">
              <a:solidFill>
                <a:srgbClr val="03807F"/>
              </a:solidFill>
            </a:endParaRPr>
          </a:p>
          <a:p>
            <a:pPr marL="571500" indent="-571500">
              <a:buFont typeface="Arial"/>
              <a:buChar char="•"/>
            </a:pPr>
            <a:endParaRPr lang="en-US">
              <a:solidFill>
                <a:srgbClr val="03807F"/>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90FBF1-996A-291F-90FA-D8B1C84C47FA}"/>
              </a:ext>
            </a:extLst>
          </p:cNvPr>
          <p:cNvSpPr txBox="1"/>
          <p:nvPr/>
        </p:nvSpPr>
        <p:spPr>
          <a:xfrm>
            <a:off x="631658" y="600363"/>
            <a:ext cx="928406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3600">
                <a:solidFill>
                  <a:schemeClr val="accent3">
                    <a:lumMod val="76000"/>
                  </a:schemeClr>
                </a:solidFill>
                <a:ea typeface="+mn-lt"/>
                <a:cs typeface="+mn-lt"/>
              </a:rPr>
              <a:t>Essential AI Terminology</a:t>
            </a:r>
            <a:endParaRPr lang="en-US"/>
          </a:p>
        </p:txBody>
      </p:sp>
      <p:sp>
        <p:nvSpPr>
          <p:cNvPr id="5" name="TextBox 4">
            <a:extLst>
              <a:ext uri="{FF2B5EF4-FFF2-40B4-BE49-F238E27FC236}">
                <a16:creationId xmlns:a16="http://schemas.microsoft.com/office/drawing/2014/main" id="{4FB7D156-8710-2B15-7127-8DCF60FA3707}"/>
              </a:ext>
            </a:extLst>
          </p:cNvPr>
          <p:cNvSpPr txBox="1"/>
          <p:nvPr/>
        </p:nvSpPr>
        <p:spPr>
          <a:xfrm>
            <a:off x="1073726" y="1893454"/>
            <a:ext cx="10471727"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a:latin typeface="Times New Roman"/>
                <a:ea typeface="+mn-lt"/>
                <a:cs typeface="+mn-lt"/>
              </a:rPr>
              <a:t>To talk the talk, you need the vocabulary:</a:t>
            </a:r>
            <a:endParaRPr lang="en-US" sz="2400">
              <a:latin typeface="Times New Roman"/>
              <a:ea typeface="+mn-lt"/>
              <a:cs typeface="+mn-lt"/>
            </a:endParaRPr>
          </a:p>
          <a:p>
            <a:pPr marL="285750" indent="-285750">
              <a:buFont typeface="Arial"/>
              <a:buChar char="•"/>
            </a:pPr>
            <a:r>
              <a:rPr lang="en-GB" sz="2400" b="1">
                <a:latin typeface="Times New Roman"/>
                <a:ea typeface="+mn-lt"/>
                <a:cs typeface="+mn-lt"/>
              </a:rPr>
              <a:t>Data:</a:t>
            </a:r>
            <a:r>
              <a:rPr lang="en-GB" sz="2400">
                <a:latin typeface="Times New Roman"/>
                <a:ea typeface="+mn-lt"/>
                <a:cs typeface="+mn-lt"/>
              </a:rPr>
              <a:t> The "fuel" for AI. It can be structured (tables) or unstructured (images, text).</a:t>
            </a:r>
          </a:p>
          <a:p>
            <a:pPr marL="285750" indent="-285750">
              <a:buFont typeface="Arial"/>
              <a:buChar char="•"/>
            </a:pPr>
            <a:r>
              <a:rPr lang="en-GB" sz="2400" b="1">
                <a:latin typeface="Times New Roman"/>
                <a:ea typeface="+mn-lt"/>
                <a:cs typeface="+mn-lt"/>
              </a:rPr>
              <a:t>Algorithm:</a:t>
            </a:r>
            <a:r>
              <a:rPr lang="en-GB" sz="2400">
                <a:latin typeface="Times New Roman"/>
                <a:ea typeface="+mn-lt"/>
                <a:cs typeface="+mn-lt"/>
              </a:rPr>
              <a:t> A set of rules or instructions given to an AI to help it learn.</a:t>
            </a:r>
            <a:endParaRPr lang="en-GB" sz="2400">
              <a:latin typeface="Times New Roman"/>
              <a:cs typeface="Times New Roman"/>
            </a:endParaRPr>
          </a:p>
          <a:p>
            <a:pPr marL="285750" indent="-285750">
              <a:buFont typeface="Arial"/>
              <a:buChar char="•"/>
            </a:pPr>
            <a:r>
              <a:rPr lang="en-GB" sz="2400" b="1">
                <a:latin typeface="Times New Roman"/>
                <a:ea typeface="+mn-lt"/>
                <a:cs typeface="+mn-lt"/>
              </a:rPr>
              <a:t>Model:</a:t>
            </a:r>
            <a:r>
              <a:rPr lang="en-GB" sz="2400">
                <a:latin typeface="Times New Roman"/>
                <a:ea typeface="+mn-lt"/>
                <a:cs typeface="+mn-lt"/>
              </a:rPr>
              <a:t> The "output" of training—an algorithm that has learned to recognize patterns.</a:t>
            </a:r>
            <a:endParaRPr lang="en-GB" sz="2400">
              <a:latin typeface="Times New Roman"/>
              <a:cs typeface="Times New Roman"/>
            </a:endParaRPr>
          </a:p>
          <a:p>
            <a:pPr marL="285750" indent="-285750">
              <a:buFont typeface="Arial"/>
              <a:buChar char="•"/>
            </a:pPr>
            <a:r>
              <a:rPr lang="en-GB" sz="2400" b="1">
                <a:latin typeface="Times New Roman"/>
                <a:ea typeface="+mn-lt"/>
                <a:cs typeface="+mn-lt"/>
              </a:rPr>
              <a:t>Training vs. Inference:</a:t>
            </a:r>
            <a:r>
              <a:rPr lang="en-GB" sz="2400">
                <a:latin typeface="Times New Roman"/>
                <a:ea typeface="+mn-lt"/>
                <a:cs typeface="+mn-lt"/>
              </a:rPr>
              <a:t> </a:t>
            </a:r>
            <a:endParaRPr lang="en-GB" sz="2400">
              <a:latin typeface="Times New Roman"/>
              <a:ea typeface="+mn-lt"/>
              <a:cs typeface="Times New Roman"/>
            </a:endParaRPr>
          </a:p>
          <a:p>
            <a:pPr marL="742950" lvl="1" indent="-285750">
              <a:buFont typeface="Arial"/>
              <a:buChar char="•"/>
            </a:pPr>
            <a:r>
              <a:rPr lang="en-GB" sz="2400" i="1">
                <a:latin typeface="Times New Roman"/>
                <a:ea typeface="+mn-lt"/>
                <a:cs typeface="+mn-lt"/>
              </a:rPr>
              <a:t>Training:</a:t>
            </a:r>
            <a:r>
              <a:rPr lang="en-GB" sz="2400">
                <a:latin typeface="Times New Roman"/>
                <a:ea typeface="+mn-lt"/>
                <a:cs typeface="+mn-lt"/>
              </a:rPr>
              <a:t> Teaching the model using data.</a:t>
            </a:r>
            <a:endParaRPr lang="en-GB" sz="2400">
              <a:latin typeface="Times New Roman"/>
              <a:cs typeface="Times New Roman"/>
            </a:endParaRPr>
          </a:p>
          <a:p>
            <a:pPr marL="742950" lvl="1" indent="-285750">
              <a:buFont typeface="Arial"/>
              <a:buChar char="•"/>
            </a:pPr>
            <a:r>
              <a:rPr lang="en-GB" sz="2400" i="1">
                <a:latin typeface="Times New Roman"/>
                <a:ea typeface="+mn-lt"/>
                <a:cs typeface="+mn-lt"/>
              </a:rPr>
              <a:t>Inference:</a:t>
            </a:r>
            <a:r>
              <a:rPr lang="en-GB" sz="2400">
                <a:latin typeface="Times New Roman"/>
                <a:ea typeface="+mn-lt"/>
                <a:cs typeface="+mn-lt"/>
              </a:rPr>
              <a:t> Putting the model to work on new, unseen data.</a:t>
            </a:r>
            <a:endParaRPr lang="en-GB" sz="2400">
              <a:latin typeface="Times New Roman"/>
              <a:cs typeface="Times New Roman"/>
            </a:endParaRPr>
          </a:p>
          <a:p>
            <a:pPr algn="l"/>
            <a:endParaRPr lang="en-GB" sz="2400">
              <a:latin typeface="Times New Roman"/>
              <a:cs typeface="Times New Roman"/>
            </a:endParaRPr>
          </a:p>
        </p:txBody>
      </p:sp>
    </p:spTree>
    <p:extLst>
      <p:ext uri="{BB962C8B-B14F-4D97-AF65-F5344CB8AC3E}">
        <p14:creationId xmlns:p14="http://schemas.microsoft.com/office/powerpoint/2010/main" val="779078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23177-6E79-9DDD-7DAC-FF3CEBD661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167FBB-5B51-1FEB-2824-DD5E41F4AD3A}"/>
              </a:ext>
            </a:extLst>
          </p:cNvPr>
          <p:cNvSpPr>
            <a:spLocks noGrp="1"/>
          </p:cNvSpPr>
          <p:nvPr>
            <p:ph type="title"/>
          </p:nvPr>
        </p:nvSpPr>
        <p:spPr>
          <a:xfrm>
            <a:off x="1393234" y="1715257"/>
            <a:ext cx="8880534" cy="3903734"/>
          </a:xfrm>
        </p:spPr>
        <p:txBody>
          <a:bodyPr>
            <a:noAutofit/>
          </a:bodyPr>
          <a:lstStyle/>
          <a:p>
            <a:pPr marL="457200" indent="-457200">
              <a:buFont typeface="Arial"/>
              <a:buChar char="•"/>
            </a:pPr>
            <a:endParaRPr lang="en-US" sz="3200" b="0">
              <a:solidFill>
                <a:srgbClr val="03807F"/>
              </a:solidFill>
            </a:endParaRPr>
          </a:p>
          <a:p>
            <a:pPr marL="571500" indent="-571500">
              <a:buFont typeface="Arial"/>
              <a:buChar char="•"/>
            </a:pPr>
            <a:endParaRPr lang="en-US">
              <a:solidFill>
                <a:srgbClr val="03807F"/>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30B4ED2-C158-4234-8FAA-211AA047B098}"/>
              </a:ext>
            </a:extLst>
          </p:cNvPr>
          <p:cNvSpPr txBox="1"/>
          <p:nvPr/>
        </p:nvSpPr>
        <p:spPr>
          <a:xfrm>
            <a:off x="1189182" y="299573"/>
            <a:ext cx="804839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a:solidFill>
                  <a:schemeClr val="accent3">
                    <a:lumMod val="76000"/>
                  </a:schemeClr>
                </a:solidFill>
                <a:highlight>
                  <a:srgbClr val="FFFFFF"/>
                </a:highlight>
                <a:ea typeface="+mn-lt"/>
                <a:cs typeface="+mn-lt"/>
              </a:rPr>
              <a:t>Nigerian AI Landscape</a:t>
            </a:r>
            <a:endParaRPr lang="en-US"/>
          </a:p>
        </p:txBody>
      </p:sp>
      <p:sp>
        <p:nvSpPr>
          <p:cNvPr id="5" name="TextBox 4">
            <a:extLst>
              <a:ext uri="{FF2B5EF4-FFF2-40B4-BE49-F238E27FC236}">
                <a16:creationId xmlns:a16="http://schemas.microsoft.com/office/drawing/2014/main" id="{D1D64276-8587-6383-78C0-60C70213AE91}"/>
              </a:ext>
            </a:extLst>
          </p:cNvPr>
          <p:cNvSpPr txBox="1"/>
          <p:nvPr/>
        </p:nvSpPr>
        <p:spPr>
          <a:xfrm>
            <a:off x="611908" y="1073727"/>
            <a:ext cx="1080654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latin typeface="Times New Roman"/>
                <a:ea typeface="+mn-lt"/>
                <a:cs typeface="+mn-lt"/>
              </a:rPr>
              <a:t>The goal of the programme is to make Nigeria not just a consumer of AI, but a massive laboratory for solving real-world problems.</a:t>
            </a:r>
            <a:endParaRPr lang="en-US" sz="2000">
              <a:latin typeface="Times New Roman"/>
              <a:cs typeface="Times New Roman"/>
            </a:endParaRPr>
          </a:p>
        </p:txBody>
      </p:sp>
      <p:graphicFrame>
        <p:nvGraphicFramePr>
          <p:cNvPr id="7" name="Table 6">
            <a:extLst>
              <a:ext uri="{FF2B5EF4-FFF2-40B4-BE49-F238E27FC236}">
                <a16:creationId xmlns:a16="http://schemas.microsoft.com/office/drawing/2014/main" id="{541FB7A8-183E-04F7-F2FC-FF34C1AA7C64}"/>
              </a:ext>
            </a:extLst>
          </p:cNvPr>
          <p:cNvGraphicFramePr>
            <a:graphicFrameLocks noGrp="1"/>
          </p:cNvGraphicFramePr>
          <p:nvPr>
            <p:extLst>
              <p:ext uri="{D42A27DB-BD31-4B8C-83A1-F6EECF244321}">
                <p14:modId xmlns:p14="http://schemas.microsoft.com/office/powerpoint/2010/main" val="1326689101"/>
              </p:ext>
            </p:extLst>
          </p:nvPr>
        </p:nvGraphicFramePr>
        <p:xfrm>
          <a:off x="658090" y="2078181"/>
          <a:ext cx="11210618" cy="3522242"/>
        </p:xfrm>
        <a:graphic>
          <a:graphicData uri="http://schemas.openxmlformats.org/drawingml/2006/table">
            <a:tbl>
              <a:tblPr bandRow="1">
                <a:tableStyleId>{5C22544A-7EE6-4342-B048-85BDC9FD1C3A}</a:tableStyleId>
              </a:tblPr>
              <a:tblGrid>
                <a:gridCol w="5605309">
                  <a:extLst>
                    <a:ext uri="{9D8B030D-6E8A-4147-A177-3AD203B41FA5}">
                      <a16:colId xmlns:a16="http://schemas.microsoft.com/office/drawing/2014/main" val="842679800"/>
                    </a:ext>
                  </a:extLst>
                </a:gridCol>
                <a:gridCol w="5605309">
                  <a:extLst>
                    <a:ext uri="{9D8B030D-6E8A-4147-A177-3AD203B41FA5}">
                      <a16:colId xmlns:a16="http://schemas.microsoft.com/office/drawing/2014/main" val="2758310912"/>
                    </a:ext>
                  </a:extLst>
                </a:gridCol>
              </a:tblGrid>
              <a:tr h="467990">
                <a:tc>
                  <a:txBody>
                    <a:bodyPr/>
                    <a:lstStyle/>
                    <a:p>
                      <a:pPr rtl="0">
                        <a:buNone/>
                      </a:pPr>
                      <a:r>
                        <a:rPr lang="en-GB" sz="2000" b="1">
                          <a:effectLst/>
                          <a:latin typeface="Times New Roman"/>
                        </a:rPr>
                        <a:t>Sector</a:t>
                      </a:r>
                      <a:endParaRPr lang="en-GB" sz="2000">
                        <a:effectLst/>
                        <a:latin typeface="Times New Roman"/>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GB" sz="2000" b="1">
                          <a:effectLst/>
                          <a:latin typeface="Times New Roman"/>
                        </a:rPr>
                        <a:t>Application</a:t>
                      </a:r>
                      <a:endParaRPr lang="en-GB" sz="2000">
                        <a:effectLst/>
                        <a:latin typeface="Times New Roman"/>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5251638"/>
                  </a:ext>
                </a:extLst>
              </a:tr>
              <a:tr h="763563">
                <a:tc>
                  <a:txBody>
                    <a:bodyPr/>
                    <a:lstStyle/>
                    <a:p>
                      <a:pPr rtl="0">
                        <a:buNone/>
                      </a:pPr>
                      <a:r>
                        <a:rPr lang="en-GB" sz="2000" b="1">
                          <a:effectLst/>
                          <a:latin typeface="Times New Roman"/>
                        </a:rPr>
                        <a:t>Fintech</a:t>
                      </a:r>
                      <a:endParaRPr lang="en-GB" sz="2000">
                        <a:effectLst/>
                        <a:latin typeface="Times New Roman"/>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GB" sz="2000">
                          <a:effectLst/>
                          <a:latin typeface="Times New Roman"/>
                        </a:rPr>
                        <a:t>Fraud detection, credit scoring for the unbanked (e.g., Carbon, </a:t>
                      </a:r>
                      <a:r>
                        <a:rPr lang="en-GB" sz="2000" err="1">
                          <a:effectLst/>
                          <a:latin typeface="Times New Roman"/>
                        </a:rPr>
                        <a:t>OPay</a:t>
                      </a:r>
                      <a:r>
                        <a:rPr lang="en-GB" sz="2000">
                          <a:effectLst/>
                          <a:latin typeface="Times New Roman"/>
                        </a:rPr>
                        <a:t>).</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15986328"/>
                  </a:ext>
                </a:extLst>
              </a:tr>
              <a:tr h="763563">
                <a:tc>
                  <a:txBody>
                    <a:bodyPr/>
                    <a:lstStyle/>
                    <a:p>
                      <a:pPr rtl="0">
                        <a:buNone/>
                      </a:pPr>
                      <a:r>
                        <a:rPr lang="en-GB" sz="2000" b="1">
                          <a:effectLst/>
                          <a:latin typeface="Times New Roman"/>
                        </a:rPr>
                        <a:t>Agriculture</a:t>
                      </a:r>
                      <a:endParaRPr lang="en-GB" sz="2000">
                        <a:effectLst/>
                        <a:latin typeface="Times New Roman"/>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GB" sz="2000">
                          <a:effectLst/>
                          <a:latin typeface="Times New Roman"/>
                        </a:rPr>
                        <a:t>Crop disease detection via smartphone photos, yield prediction.</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27425072"/>
                  </a:ext>
                </a:extLst>
              </a:tr>
              <a:tr h="763563">
                <a:tc>
                  <a:txBody>
                    <a:bodyPr/>
                    <a:lstStyle/>
                    <a:p>
                      <a:pPr rtl="0">
                        <a:buNone/>
                      </a:pPr>
                      <a:r>
                        <a:rPr lang="en-GB" sz="2000" b="1">
                          <a:effectLst/>
                          <a:latin typeface="Times New Roman"/>
                        </a:rPr>
                        <a:t>Healthcare</a:t>
                      </a:r>
                      <a:endParaRPr lang="en-GB" sz="2000">
                        <a:effectLst/>
                        <a:latin typeface="Times New Roman"/>
                      </a:endParaRP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GB" sz="2000">
                          <a:effectLst/>
                          <a:latin typeface="Times New Roman"/>
                        </a:rPr>
                        <a:t>AI-driven diagnostic tools for rural clinics with limited doctors.</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04784961"/>
                  </a:ext>
                </a:extLst>
              </a:tr>
              <a:tr h="763563">
                <a:tc>
                  <a:txBody>
                    <a:bodyPr/>
                    <a:lstStyle/>
                    <a:p>
                      <a:pPr rtl="0">
                        <a:buNone/>
                      </a:pPr>
                      <a:r>
                        <a:rPr lang="en-GB" sz="2000" b="1">
                          <a:effectLst/>
                          <a:latin typeface="Times New Roman"/>
                        </a:rPr>
                        <a:t>E-commerce</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GB" sz="2000">
                          <a:effectLst/>
                          <a:latin typeface="Times New Roman"/>
                        </a:rPr>
                        <a:t>Personalised recommendations and logistics optimization (e.g., Jumia).</a:t>
                      </a:r>
                    </a:p>
                  </a:txBody>
                  <a:tcPr marL="114300" marR="114300" marT="76200" marB="76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97106090"/>
                  </a:ext>
                </a:extLst>
              </a:tr>
            </a:tbl>
          </a:graphicData>
        </a:graphic>
      </p:graphicFrame>
    </p:spTree>
    <p:extLst>
      <p:ext uri="{BB962C8B-B14F-4D97-AF65-F5344CB8AC3E}">
        <p14:creationId xmlns:p14="http://schemas.microsoft.com/office/powerpoint/2010/main" val="2768235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096092" y="1474086"/>
            <a:ext cx="8420049" cy="39160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GB" sz="2000">
              <a:latin typeface="Arial" panose="020B0604020202020204" pitchFamily="34" charset="0"/>
              <a:cs typeface="Arial" panose="020B0604020202020204" pitchFamily="34" charset="0"/>
            </a:endParaRPr>
          </a:p>
        </p:txBody>
      </p:sp>
      <p:sp>
        <p:nvSpPr>
          <p:cNvPr id="8" name="Title 1"/>
          <p:cNvSpPr txBox="1"/>
          <p:nvPr/>
        </p:nvSpPr>
        <p:spPr>
          <a:xfrm>
            <a:off x="1096092" y="1928724"/>
            <a:ext cx="6888960" cy="3345597"/>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pPr marL="514350" indent="-514350">
              <a:lnSpc>
                <a:spcPct val="150000"/>
              </a:lnSpc>
              <a:buFont typeface="+mj-lt"/>
              <a:buAutoNum type="arabicPeriod"/>
            </a:pPr>
            <a:endParaRPr lang="en-GB" sz="1600" b="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FF040CF8-DDBD-2E27-59DD-535BF32A5AB0}"/>
              </a:ext>
            </a:extLst>
          </p:cNvPr>
          <p:cNvSpPr txBox="1"/>
          <p:nvPr/>
        </p:nvSpPr>
        <p:spPr>
          <a:xfrm>
            <a:off x="531091" y="1477817"/>
            <a:ext cx="10529454" cy="40082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spcBef>
                <a:spcPts val="100"/>
              </a:spcBef>
              <a:spcAft>
                <a:spcPts val="200"/>
              </a:spcAft>
            </a:pPr>
            <a:r>
              <a:rPr lang="en-GB" sz="2800" b="1">
                <a:latin typeface="Times New Roman"/>
                <a:ea typeface="+mn-lt"/>
                <a:cs typeface="+mn-lt"/>
              </a:rPr>
              <a:t>Prompt:</a:t>
            </a:r>
            <a:r>
              <a:rPr lang="en-GB" sz="2800">
                <a:latin typeface="Times New Roman"/>
                <a:ea typeface="+mn-lt"/>
                <a:cs typeface="+mn-lt"/>
              </a:rPr>
              <a:t> "Think of a problem you encounter daily in your city (traffic, power, logistics, etc.). How could a machine 'learning' from past data help solve it?"</a:t>
            </a:r>
            <a:endParaRPr lang="en-GB" sz="2800">
              <a:latin typeface="Times New Roman"/>
              <a:ea typeface="+mn-lt"/>
              <a:cs typeface="Times New Roman"/>
            </a:endParaRPr>
          </a:p>
          <a:p>
            <a:pPr marL="457200" indent="-457200" algn="just">
              <a:lnSpc>
                <a:spcPct val="150000"/>
              </a:lnSpc>
              <a:spcBef>
                <a:spcPts val="100"/>
              </a:spcBef>
              <a:spcAft>
                <a:spcPts val="200"/>
              </a:spcAft>
              <a:buFont typeface="Arial"/>
              <a:buChar char="•"/>
            </a:pPr>
            <a:r>
              <a:rPr lang="en-GB" sz="2800" b="1">
                <a:latin typeface="Times New Roman"/>
                <a:ea typeface="+mn-lt"/>
                <a:cs typeface="+mn-lt"/>
              </a:rPr>
              <a:t>Think (2 mins):</a:t>
            </a:r>
            <a:r>
              <a:rPr lang="en-GB" sz="2800">
                <a:latin typeface="Times New Roman"/>
                <a:ea typeface="+mn-lt"/>
                <a:cs typeface="+mn-lt"/>
              </a:rPr>
              <a:t> Individual brainstorm.</a:t>
            </a:r>
            <a:endParaRPr lang="en-GB" sz="2800">
              <a:latin typeface="Times New Roman"/>
              <a:ea typeface="+mn-lt"/>
              <a:cs typeface="Times New Roman"/>
            </a:endParaRPr>
          </a:p>
          <a:p>
            <a:pPr marL="457200" indent="-457200" algn="just">
              <a:lnSpc>
                <a:spcPct val="150000"/>
              </a:lnSpc>
              <a:spcBef>
                <a:spcPts val="100"/>
              </a:spcBef>
              <a:spcAft>
                <a:spcPts val="200"/>
              </a:spcAft>
              <a:buFont typeface="Arial"/>
              <a:buChar char="•"/>
            </a:pPr>
            <a:r>
              <a:rPr lang="en-GB" sz="2800" b="1">
                <a:latin typeface="Times New Roman"/>
                <a:ea typeface="+mn-lt"/>
                <a:cs typeface="+mn-lt"/>
              </a:rPr>
              <a:t>Pair (3 mins):</a:t>
            </a:r>
            <a:r>
              <a:rPr lang="en-GB" sz="2800">
                <a:latin typeface="Times New Roman"/>
                <a:ea typeface="+mn-lt"/>
                <a:cs typeface="+mn-lt"/>
              </a:rPr>
              <a:t> Discuss with your neighbour.</a:t>
            </a:r>
            <a:endParaRPr lang="en-GB" sz="2800">
              <a:latin typeface="Times New Roman"/>
              <a:ea typeface="+mn-lt"/>
              <a:cs typeface="Times New Roman"/>
            </a:endParaRPr>
          </a:p>
          <a:p>
            <a:pPr marL="457200" indent="-457200" algn="just">
              <a:lnSpc>
                <a:spcPct val="150000"/>
              </a:lnSpc>
              <a:spcBef>
                <a:spcPts val="100"/>
              </a:spcBef>
              <a:spcAft>
                <a:spcPts val="200"/>
              </a:spcAft>
              <a:buFont typeface="Arial"/>
              <a:buChar char="•"/>
            </a:pPr>
            <a:r>
              <a:rPr lang="en-GB" sz="2800" b="1">
                <a:latin typeface="Times New Roman"/>
                <a:ea typeface="+mn-lt"/>
                <a:cs typeface="+mn-lt"/>
              </a:rPr>
              <a:t>Share (5 mins):</a:t>
            </a:r>
            <a:r>
              <a:rPr lang="en-GB" sz="2800">
                <a:latin typeface="Times New Roman"/>
                <a:ea typeface="+mn-lt"/>
                <a:cs typeface="+mn-lt"/>
              </a:rPr>
              <a:t> 2–3 groups share their ideas with the class.</a:t>
            </a:r>
            <a:endParaRPr lang="en-GB" sz="2800">
              <a:latin typeface="Times New Roman"/>
              <a:cs typeface="Times New Roman"/>
            </a:endParaRPr>
          </a:p>
        </p:txBody>
      </p:sp>
      <p:sp>
        <p:nvSpPr>
          <p:cNvPr id="4" name="TextBox 3">
            <a:extLst>
              <a:ext uri="{FF2B5EF4-FFF2-40B4-BE49-F238E27FC236}">
                <a16:creationId xmlns:a16="http://schemas.microsoft.com/office/drawing/2014/main" id="{F7F031C7-A92D-B580-5B0D-AD5CBAED8142}"/>
              </a:ext>
            </a:extLst>
          </p:cNvPr>
          <p:cNvSpPr txBox="1"/>
          <p:nvPr/>
        </p:nvSpPr>
        <p:spPr>
          <a:xfrm>
            <a:off x="1189182" y="288636"/>
            <a:ext cx="870527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3200" b="1">
                <a:solidFill>
                  <a:schemeClr val="accent3">
                    <a:lumMod val="76000"/>
                  </a:schemeClr>
                </a:solidFill>
                <a:latin typeface="Times New Roman"/>
                <a:cs typeface="Times New Roman"/>
              </a:rPr>
              <a:t>Activity – Think-Pair-Share</a:t>
            </a:r>
            <a:endParaRPr lang="en-US" sz="3200">
              <a:solidFill>
                <a:schemeClr val="accent3">
                  <a:lumMod val="76000"/>
                </a:schemeClr>
              </a:solidFill>
              <a:latin typeface="Times New Roman"/>
              <a:cs typeface="Times New Roman"/>
            </a:endParaRPr>
          </a:p>
        </p:txBody>
      </p:sp>
    </p:spTree>
  </p:cSld>
  <p:clrMapOvr>
    <a:masterClrMapping/>
  </p:clrMapOvr>
</p:sld>
</file>

<file path=ppt/theme/theme1.xml><?xml version="1.0" encoding="utf-8"?>
<a:theme xmlns:a="http://schemas.openxmlformats.org/drawingml/2006/main" name="PunchcardVTI">
  <a:themeElements>
    <a:clrScheme name="Punchcard">
      <a:dk1>
        <a:srgbClr val="000000"/>
      </a:dk1>
      <a:lt1>
        <a:srgbClr val="FFFFFF"/>
      </a:lt1>
      <a:dk2>
        <a:srgbClr val="00224B"/>
      </a:dk2>
      <a:lt2>
        <a:srgbClr val="EFF0EF"/>
      </a:lt2>
      <a:accent1>
        <a:srgbClr val="00B2F3"/>
      </a:accent1>
      <a:accent2>
        <a:srgbClr val="0471CC"/>
      </a:accent2>
      <a:accent3>
        <a:srgbClr val="14BBA9"/>
      </a:accent3>
      <a:accent4>
        <a:srgbClr val="8BB93B"/>
      </a:accent4>
      <a:accent5>
        <a:srgbClr val="EC970C"/>
      </a:accent5>
      <a:accent6>
        <a:srgbClr val="F55822"/>
      </a:accent6>
      <a:hlink>
        <a:srgbClr val="008EE6"/>
      </a:hlink>
      <a:folHlink>
        <a:srgbClr val="808C8E"/>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9</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PunchcardVTI</vt:lpstr>
      <vt:lpstr>PowerPoint Presentation</vt:lpstr>
      <vt:lpstr> </vt:lpstr>
      <vt:lpstr>PowerPoint Presentation</vt:lpstr>
      <vt:lpstr> </vt:lpstr>
      <vt:lpstr> </vt:lpstr>
      <vt:lpstr>PowerPoint Presentation</vt:lpstr>
      <vt:lpstr>PowerPoint Presentation</vt:lpstr>
      <vt:lpstr>PowerPoint Presentation</vt:lpstr>
      <vt:lpstr> </vt:lpstr>
      <vt:lpst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Liberty</dc:creator>
  <cp:revision>17</cp:revision>
  <dcterms:created xsi:type="dcterms:W3CDTF">2025-11-05T12:47:00Z</dcterms:created>
  <dcterms:modified xsi:type="dcterms:W3CDTF">2026-02-04T14:22:52Z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448BF34DDA5D4604A6E5E58B330A1B12_12</vt:lpwstr>
  </property>
  <property fmtid="{D5CDD505-2E9C-101B-9397-08002B2CF9AE}" pid="3" name="KSOProductBuildVer">
    <vt:lpwstr>1033-12.9.0.21549</vt:lpwstr>
  </property>
</Properties>
</file>