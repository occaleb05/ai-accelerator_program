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7" r:id="rId2"/>
    <p:sldId id="287" r:id="rId3"/>
    <p:sldId id="259" r:id="rId4"/>
    <p:sldId id="282" r:id="rId5"/>
    <p:sldId id="288" r:id="rId6"/>
    <p:sldId id="281" r:id="rId7"/>
    <p:sldId id="279" r:id="rId8"/>
    <p:sldId id="284" r:id="rId9"/>
    <p:sldId id="285" r:id="rId10"/>
    <p:sldId id="286" r:id="rId11"/>
    <p:sldId id="283" r:id="rId12"/>
    <p:sldId id="280" r:id="rId13"/>
    <p:sldId id="260" r:id="rId14"/>
    <p:sldId id="289" r:id="rId15"/>
    <p:sldId id="292" r:id="rId16"/>
    <p:sldId id="291" r:id="rId17"/>
    <p:sldId id="290" r:id="rId18"/>
    <p:sldId id="293" r:id="rId19"/>
    <p:sldId id="294" r:id="rId20"/>
    <p:sldId id="29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3807F"/>
    <a:srgbClr val="45C2CA"/>
    <a:srgbClr val="48C3CB"/>
    <a:srgbClr val="FBA3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C40637-B919-5854-A8E9-75D5E91DFBDA}" v="77" dt="2026-02-11T13:11:25.364"/>
    <p1510:client id="{B7B196A3-A741-66E0-11CC-FD1DA8798C4E}" v="630" dt="2026-02-11T13:04:17.2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awale Abiodun Ogundeji (Dr.)" userId="S::wale@ahfid.org::bf7f3b58-5492-4b16-a9d7-34d40e1eb056" providerId="AD" clId="Web-{AFF922DA-BD29-9836-73F5-7E4C51407F58}"/>
    <pc:docChg chg="addSld delSld modSld">
      <pc:chgData name="Olawale Abiodun Ogundeji (Dr.)" userId="S::wale@ahfid.org::bf7f3b58-5492-4b16-a9d7-34d40e1eb056" providerId="AD" clId="Web-{AFF922DA-BD29-9836-73F5-7E4C51407F58}" dt="2026-02-07T19:03:45.938" v="16"/>
      <pc:docMkLst>
        <pc:docMk/>
      </pc:docMkLst>
      <pc:sldChg chg="addSp delSp modSp">
        <pc:chgData name="Olawale Abiodun Ogundeji (Dr.)" userId="S::wale@ahfid.org::bf7f3b58-5492-4b16-a9d7-34d40e1eb056" providerId="AD" clId="Web-{AFF922DA-BD29-9836-73F5-7E4C51407F58}" dt="2026-02-07T19:00:38.870" v="3" actId="1076"/>
        <pc:sldMkLst>
          <pc:docMk/>
          <pc:sldMk cId="0" sldId="257"/>
        </pc:sldMkLst>
      </pc:sldChg>
      <pc:sldChg chg="addSp delSp modSp add del">
        <pc:chgData name="Olawale Abiodun Ogundeji (Dr.)" userId="S::wale@ahfid.org::bf7f3b58-5492-4b16-a9d7-34d40e1eb056" providerId="AD" clId="Web-{AFF922DA-BD29-9836-73F5-7E4C51407F58}" dt="2026-02-07T19:03:45.906" v="14"/>
        <pc:sldMkLst>
          <pc:docMk/>
          <pc:sldMk cId="0" sldId="259"/>
        </pc:sldMkLst>
      </pc:sldChg>
      <pc:sldChg chg="delSp">
        <pc:chgData name="Olawale Abiodun Ogundeji (Dr.)" userId="S::wale@ahfid.org::bf7f3b58-5492-4b16-a9d7-34d40e1eb056" providerId="AD" clId="Web-{AFF922DA-BD29-9836-73F5-7E4C51407F58}" dt="2026-02-07T19:03:45.938" v="16"/>
        <pc:sldMkLst>
          <pc:docMk/>
          <pc:sldMk cId="838455973" sldId="282"/>
        </pc:sldMkLst>
      </pc:sldChg>
    </pc:docChg>
  </pc:docChgLst>
  <pc:docChgLst>
    <pc:chgData clId="Web-{301000A2-9556-BCD1-F8AA-31D9A4A84CE9}"/>
    <pc:docChg chg="modSld">
      <pc:chgData name="" userId="" providerId="" clId="Web-{301000A2-9556-BCD1-F8AA-31D9A4A84CE9}" dt="2026-02-02T00:30:09.656" v="3" actId="20577"/>
      <pc:docMkLst>
        <pc:docMk/>
      </pc:docMkLst>
      <pc:sldChg chg="modSp">
        <pc:chgData name="" userId="" providerId="" clId="Web-{301000A2-9556-BCD1-F8AA-31D9A4A84CE9}" dt="2026-02-02T00:30:09.656" v="3" actId="20577"/>
        <pc:sldMkLst>
          <pc:docMk/>
          <pc:sldMk cId="0" sldId="257"/>
        </pc:sldMkLst>
      </pc:sldChg>
    </pc:docChg>
  </pc:docChgLst>
  <pc:docChgLst>
    <pc:chgData name="Olawale Abiodun Ogundeji (Dr.)" userId="S::wale@ahfid.org::bf7f3b58-5492-4b16-a9d7-34d40e1eb056" providerId="AD" clId="Web-{0EFA9307-D9A1-8FEF-E0AD-A8240F15A8CD}"/>
    <pc:docChg chg="modSld">
      <pc:chgData name="Olawale Abiodun Ogundeji (Dr.)" userId="S::wale@ahfid.org::bf7f3b58-5492-4b16-a9d7-34d40e1eb056" providerId="AD" clId="Web-{0EFA9307-D9A1-8FEF-E0AD-A8240F15A8CD}" dt="2026-01-21T22:16:26.865" v="7" actId="20577"/>
      <pc:docMkLst>
        <pc:docMk/>
      </pc:docMkLst>
      <pc:sldChg chg="modSp">
        <pc:chgData name="Olawale Abiodun Ogundeji (Dr.)" userId="S::wale@ahfid.org::bf7f3b58-5492-4b16-a9d7-34d40e1eb056" providerId="AD" clId="Web-{0EFA9307-D9A1-8FEF-E0AD-A8240F15A8CD}" dt="2026-01-21T22:16:26.865" v="7" actId="20577"/>
        <pc:sldMkLst>
          <pc:docMk/>
          <pc:sldMk cId="0" sldId="257"/>
        </pc:sldMkLst>
      </pc:sldChg>
      <pc:sldChg chg="modSp">
        <pc:chgData name="Olawale Abiodun Ogundeji (Dr.)" userId="S::wale@ahfid.org::bf7f3b58-5492-4b16-a9d7-34d40e1eb056" providerId="AD" clId="Web-{0EFA9307-D9A1-8FEF-E0AD-A8240F15A8CD}" dt="2026-01-21T22:15:25.209" v="3" actId="20577"/>
        <pc:sldMkLst>
          <pc:docMk/>
          <pc:sldMk cId="0" sldId="259"/>
        </pc:sldMkLst>
      </pc:sldChg>
    </pc:docChg>
  </pc:docChgLst>
  <pc:docChgLst>
    <pc:chgData name="Olawale Abiodun Ogundeji (Dr.)" userId="S::wale@ahfid.org::bf7f3b58-5492-4b16-a9d7-34d40e1eb056" providerId="AD" clId="Web-{3232AF35-24F8-ED3A-E0FA-74C069AB8D7E}"/>
    <pc:docChg chg="addSld delSld modSld sldOrd">
      <pc:chgData name="Olawale Abiodun Ogundeji (Dr.)" userId="S::wale@ahfid.org::bf7f3b58-5492-4b16-a9d7-34d40e1eb056" providerId="AD" clId="Web-{3232AF35-24F8-ED3A-E0FA-74C069AB8D7E}" dt="2026-02-04T13:23:57.594" v="508" actId="14100"/>
      <pc:docMkLst>
        <pc:docMk/>
      </pc:docMkLst>
      <pc:sldChg chg="modSp">
        <pc:chgData name="Olawale Abiodun Ogundeji (Dr.)" userId="S::wale@ahfid.org::bf7f3b58-5492-4b16-a9d7-34d40e1eb056" providerId="AD" clId="Web-{3232AF35-24F8-ED3A-E0FA-74C069AB8D7E}" dt="2026-02-04T11:30:39.264" v="39" actId="20577"/>
        <pc:sldMkLst>
          <pc:docMk/>
          <pc:sldMk cId="0" sldId="257"/>
        </pc:sldMkLst>
      </pc:sldChg>
      <pc:sldChg chg="addSp delSp modSp">
        <pc:chgData name="Olawale Abiodun Ogundeji (Dr.)" userId="S::wale@ahfid.org::bf7f3b58-5492-4b16-a9d7-34d40e1eb056" providerId="AD" clId="Web-{3232AF35-24F8-ED3A-E0FA-74C069AB8D7E}" dt="2026-02-04T11:41:18.391" v="100" actId="20577"/>
        <pc:sldMkLst>
          <pc:docMk/>
          <pc:sldMk cId="0" sldId="259"/>
        </pc:sldMkLst>
      </pc:sldChg>
      <pc:sldChg chg="addSp delSp modSp">
        <pc:chgData name="Olawale Abiodun Ogundeji (Dr.)" userId="S::wale@ahfid.org::bf7f3b58-5492-4b16-a9d7-34d40e1eb056" providerId="AD" clId="Web-{3232AF35-24F8-ED3A-E0FA-74C069AB8D7E}" dt="2026-02-04T12:06:31.164" v="320" actId="20577"/>
        <pc:sldMkLst>
          <pc:docMk/>
          <pc:sldMk cId="0" sldId="260"/>
        </pc:sldMkLst>
      </pc:sldChg>
      <pc:sldChg chg="addSp delSp modSp ord">
        <pc:chgData name="Olawale Abiodun Ogundeji (Dr.)" userId="S::wale@ahfid.org::bf7f3b58-5492-4b16-a9d7-34d40e1eb056" providerId="AD" clId="Web-{3232AF35-24F8-ED3A-E0FA-74C069AB8D7E}" dt="2026-02-04T12:38:46.621" v="412"/>
        <pc:sldMkLst>
          <pc:docMk/>
          <pc:sldMk cId="316734042" sldId="279"/>
        </pc:sldMkLst>
      </pc:sldChg>
      <pc:sldChg chg="addSp delSp modSp">
        <pc:chgData name="Olawale Abiodun Ogundeji (Dr.)" userId="S::wale@ahfid.org::bf7f3b58-5492-4b16-a9d7-34d40e1eb056" providerId="AD" clId="Web-{3232AF35-24F8-ED3A-E0FA-74C069AB8D7E}" dt="2026-02-04T11:56:11.333" v="233"/>
        <pc:sldMkLst>
          <pc:docMk/>
          <pc:sldMk cId="2768235767" sldId="280"/>
        </pc:sldMkLst>
      </pc:sldChg>
      <pc:sldChg chg="modSp add replId">
        <pc:chgData name="Olawale Abiodun Ogundeji (Dr.)" userId="S::wale@ahfid.org::bf7f3b58-5492-4b16-a9d7-34d40e1eb056" providerId="AD" clId="Web-{3232AF35-24F8-ED3A-E0FA-74C069AB8D7E}" dt="2026-02-04T13:16:37.460" v="494" actId="20577"/>
        <pc:sldMkLst>
          <pc:docMk/>
          <pc:sldMk cId="4279679797" sldId="281"/>
        </pc:sldMkLst>
      </pc:sldChg>
      <pc:sldChg chg="addSp delSp modSp add replId">
        <pc:chgData name="Olawale Abiodun Ogundeji (Dr.)" userId="S::wale@ahfid.org::bf7f3b58-5492-4b16-a9d7-34d40e1eb056" providerId="AD" clId="Web-{3232AF35-24F8-ED3A-E0FA-74C069AB8D7E}" dt="2026-02-04T13:23:57.594" v="508" actId="14100"/>
        <pc:sldMkLst>
          <pc:docMk/>
          <pc:sldMk cId="838455973" sldId="282"/>
        </pc:sldMkLst>
      </pc:sldChg>
    </pc:docChg>
  </pc:docChgLst>
  <pc:docChgLst>
    <pc:chgData name="Olawale Abiodun Ogundeji (Dr.)" userId="S::wale@ahfid.org::bf7f3b58-5492-4b16-a9d7-34d40e1eb056" providerId="AD" clId="Web-{B7B196A3-A741-66E0-11CC-FD1DA8798C4E}"/>
    <pc:docChg chg="addSld delSld modSld sldOrd">
      <pc:chgData name="Olawale Abiodun Ogundeji (Dr.)" userId="S::wale@ahfid.org::bf7f3b58-5492-4b16-a9d7-34d40e1eb056" providerId="AD" clId="Web-{B7B196A3-A741-66E0-11CC-FD1DA8798C4E}" dt="2026-02-11T13:04:17.275" v="464"/>
      <pc:docMkLst>
        <pc:docMk/>
      </pc:docMkLst>
      <pc:sldChg chg="addSp delSp modSp mod setBg">
        <pc:chgData name="Olawale Abiodun Ogundeji (Dr.)" userId="S::wale@ahfid.org::bf7f3b58-5492-4b16-a9d7-34d40e1eb056" providerId="AD" clId="Web-{B7B196A3-A741-66E0-11CC-FD1DA8798C4E}" dt="2026-02-11T07:23:55.712" v="152" actId="20577"/>
        <pc:sldMkLst>
          <pc:docMk/>
          <pc:sldMk cId="0" sldId="257"/>
        </pc:sldMkLst>
        <pc:spChg chg="add mod">
          <ac:chgData name="Olawale Abiodun Ogundeji (Dr.)" userId="S::wale@ahfid.org::bf7f3b58-5492-4b16-a9d7-34d40e1eb056" providerId="AD" clId="Web-{B7B196A3-A741-66E0-11CC-FD1DA8798C4E}" dt="2026-02-11T07:19:44.283" v="108" actId="20577"/>
          <ac:spMkLst>
            <pc:docMk/>
            <pc:sldMk cId="0" sldId="257"/>
            <ac:spMk id="4" creationId="{709685CC-8404-74B4-8BE0-67EE0580A97A}"/>
          </ac:spMkLst>
        </pc:spChg>
        <pc:spChg chg="add mod">
          <ac:chgData name="Olawale Abiodun Ogundeji (Dr.)" userId="S::wale@ahfid.org::bf7f3b58-5492-4b16-a9d7-34d40e1eb056" providerId="AD" clId="Web-{B7B196A3-A741-66E0-11CC-FD1DA8798C4E}" dt="2026-02-11T07:23:50.618" v="151" actId="20577"/>
          <ac:spMkLst>
            <pc:docMk/>
            <pc:sldMk cId="0" sldId="257"/>
            <ac:spMk id="5" creationId="{80041B28-EA3A-2B3B-2E7F-4ECA101475B0}"/>
          </ac:spMkLst>
        </pc:spChg>
        <pc:spChg chg="add mod">
          <ac:chgData name="Olawale Abiodun Ogundeji (Dr.)" userId="S::wale@ahfid.org::bf7f3b58-5492-4b16-a9d7-34d40e1eb056" providerId="AD" clId="Web-{B7B196A3-A741-66E0-11CC-FD1DA8798C4E}" dt="2026-02-11T07:23:55.712" v="152" actId="20577"/>
          <ac:spMkLst>
            <pc:docMk/>
            <pc:sldMk cId="0" sldId="257"/>
            <ac:spMk id="6" creationId="{98844A8C-CBD1-16B1-6596-6BE94B7499B9}"/>
          </ac:spMkLst>
        </pc:spChg>
        <pc:picChg chg="del">
          <ac:chgData name="Olawale Abiodun Ogundeji (Dr.)" userId="S::wale@ahfid.org::bf7f3b58-5492-4b16-a9d7-34d40e1eb056" providerId="AD" clId="Web-{B7B196A3-A741-66E0-11CC-FD1DA8798C4E}" dt="2026-02-11T06:49:51.576" v="5"/>
          <ac:picMkLst>
            <pc:docMk/>
            <pc:sldMk cId="0" sldId="257"/>
            <ac:picMk id="2" creationId="{AD91BC74-67EB-77B4-2CE6-E06EE6926E20}"/>
          </ac:picMkLst>
        </pc:picChg>
        <pc:picChg chg="add mod">
          <ac:chgData name="Olawale Abiodun Ogundeji (Dr.)" userId="S::wale@ahfid.org::bf7f3b58-5492-4b16-a9d7-34d40e1eb056" providerId="AD" clId="Web-{B7B196A3-A741-66E0-11CC-FD1DA8798C4E}" dt="2026-02-11T06:50:29.713" v="8" actId="1076"/>
          <ac:picMkLst>
            <pc:docMk/>
            <pc:sldMk cId="0" sldId="257"/>
            <ac:picMk id="3" creationId="{23C94C21-54FE-52E6-B7CA-BE44C1728A27}"/>
          </ac:picMkLst>
        </pc:picChg>
      </pc:sldChg>
      <pc:sldChg chg="addSp modSp mod ord setBg">
        <pc:chgData name="Olawale Abiodun Ogundeji (Dr.)" userId="S::wale@ahfid.org::bf7f3b58-5492-4b16-a9d7-34d40e1eb056" providerId="AD" clId="Web-{B7B196A3-A741-66E0-11CC-FD1DA8798C4E}" dt="2026-02-11T07:23:26.695" v="148"/>
        <pc:sldMkLst>
          <pc:docMk/>
          <pc:sldMk cId="0" sldId="259"/>
        </pc:sldMkLst>
        <pc:picChg chg="add mod">
          <ac:chgData name="Olawale Abiodun Ogundeji (Dr.)" userId="S::wale@ahfid.org::bf7f3b58-5492-4b16-a9d7-34d40e1eb056" providerId="AD" clId="Web-{B7B196A3-A741-66E0-11CC-FD1DA8798C4E}" dt="2026-02-11T07:04:10.008" v="89" actId="1076"/>
          <ac:picMkLst>
            <pc:docMk/>
            <pc:sldMk cId="0" sldId="259"/>
            <ac:picMk id="3" creationId="{8E02312B-079A-A93F-515C-9812F439D477}"/>
          </ac:picMkLst>
        </pc:picChg>
      </pc:sldChg>
      <pc:sldChg chg="addSp delSp modSp mod setBg">
        <pc:chgData name="Olawale Abiodun Ogundeji (Dr.)" userId="S::wale@ahfid.org::bf7f3b58-5492-4b16-a9d7-34d40e1eb056" providerId="AD" clId="Web-{B7B196A3-A741-66E0-11CC-FD1DA8798C4E}" dt="2026-02-11T12:22:30.092" v="393"/>
        <pc:sldMkLst>
          <pc:docMk/>
          <pc:sldMk cId="0" sldId="260"/>
        </pc:sldMkLst>
        <pc:spChg chg="del">
          <ac:chgData name="Olawale Abiodun Ogundeji (Dr.)" userId="S::wale@ahfid.org::bf7f3b58-5492-4b16-a9d7-34d40e1eb056" providerId="AD" clId="Web-{B7B196A3-A741-66E0-11CC-FD1DA8798C4E}" dt="2026-02-11T12:21:17.507" v="386"/>
          <ac:spMkLst>
            <pc:docMk/>
            <pc:sldMk cId="0" sldId="260"/>
            <ac:spMk id="2" creationId="{FF040CF8-DDBD-2E27-59DD-535BF32A5AB0}"/>
          </ac:spMkLst>
        </pc:spChg>
        <pc:spChg chg="del">
          <ac:chgData name="Olawale Abiodun Ogundeji (Dr.)" userId="S::wale@ahfid.org::bf7f3b58-5492-4b16-a9d7-34d40e1eb056" providerId="AD" clId="Web-{B7B196A3-A741-66E0-11CC-FD1DA8798C4E}" dt="2026-02-11T12:21:21.242" v="387"/>
          <ac:spMkLst>
            <pc:docMk/>
            <pc:sldMk cId="0" sldId="260"/>
            <ac:spMk id="4" creationId="{F7F031C7-A92D-B580-5B0D-AD5CBAED8142}"/>
          </ac:spMkLst>
        </pc:spChg>
        <pc:picChg chg="add mod">
          <ac:chgData name="Olawale Abiodun Ogundeji (Dr.)" userId="S::wale@ahfid.org::bf7f3b58-5492-4b16-a9d7-34d40e1eb056" providerId="AD" clId="Web-{B7B196A3-A741-66E0-11CC-FD1DA8798C4E}" dt="2026-02-11T12:22:27.451" v="391" actId="14100"/>
          <ac:picMkLst>
            <pc:docMk/>
            <pc:sldMk cId="0" sldId="260"/>
            <ac:picMk id="3" creationId="{2F575FAC-F806-09AE-95AF-D28AA2443F83}"/>
          </ac:picMkLst>
        </pc:picChg>
      </pc:sldChg>
      <pc:sldChg chg="addSp delSp modSp mod setBg">
        <pc:chgData name="Olawale Abiodun Ogundeji (Dr.)" userId="S::wale@ahfid.org::bf7f3b58-5492-4b16-a9d7-34d40e1eb056" providerId="AD" clId="Web-{B7B196A3-A741-66E0-11CC-FD1DA8798C4E}" dt="2026-02-11T09:06:19.716" v="304" actId="14100"/>
        <pc:sldMkLst>
          <pc:docMk/>
          <pc:sldMk cId="316734042" sldId="279"/>
        </pc:sldMkLst>
        <pc:spChg chg="del">
          <ac:chgData name="Olawale Abiodun Ogundeji (Dr.)" userId="S::wale@ahfid.org::bf7f3b58-5492-4b16-a9d7-34d40e1eb056" providerId="AD" clId="Web-{B7B196A3-A741-66E0-11CC-FD1DA8798C4E}" dt="2026-02-11T08:53:47.975" v="187"/>
          <ac:spMkLst>
            <pc:docMk/>
            <pc:sldMk cId="316734042" sldId="279"/>
            <ac:spMk id="3" creationId="{CE12020B-B16B-503A-3FCF-44BFBD11530F}"/>
          </ac:spMkLst>
        </pc:spChg>
        <pc:spChg chg="del">
          <ac:chgData name="Olawale Abiodun Ogundeji (Dr.)" userId="S::wale@ahfid.org::bf7f3b58-5492-4b16-a9d7-34d40e1eb056" providerId="AD" clId="Web-{B7B196A3-A741-66E0-11CC-FD1DA8798C4E}" dt="2026-02-11T08:53:44.084" v="186"/>
          <ac:spMkLst>
            <pc:docMk/>
            <pc:sldMk cId="316734042" sldId="279"/>
            <ac:spMk id="5" creationId="{77105D8D-AE67-7EF3-2996-3921B2E4A175}"/>
          </ac:spMkLst>
        </pc:spChg>
        <pc:picChg chg="add mod">
          <ac:chgData name="Olawale Abiodun Ogundeji (Dr.)" userId="S::wale@ahfid.org::bf7f3b58-5492-4b16-a9d7-34d40e1eb056" providerId="AD" clId="Web-{B7B196A3-A741-66E0-11CC-FD1DA8798C4E}" dt="2026-02-11T09:06:19.716" v="304" actId="14100"/>
          <ac:picMkLst>
            <pc:docMk/>
            <pc:sldMk cId="316734042" sldId="279"/>
            <ac:picMk id="4" creationId="{C3CE1355-A0BC-2DFE-F1AB-19B2CF64379D}"/>
          </ac:picMkLst>
        </pc:picChg>
      </pc:sldChg>
      <pc:sldChg chg="addSp delSp modSp mod setBg">
        <pc:chgData name="Olawale Abiodun Ogundeji (Dr.)" userId="S::wale@ahfid.org::bf7f3b58-5492-4b16-a9d7-34d40e1eb056" providerId="AD" clId="Web-{B7B196A3-A741-66E0-11CC-FD1DA8798C4E}" dt="2026-02-11T12:21:00.459" v="385"/>
        <pc:sldMkLst>
          <pc:docMk/>
          <pc:sldMk cId="2768235767" sldId="280"/>
        </pc:sldMkLst>
        <pc:spChg chg="del">
          <ac:chgData name="Olawale Abiodun Ogundeji (Dr.)" userId="S::wale@ahfid.org::bf7f3b58-5492-4b16-a9d7-34d40e1eb056" providerId="AD" clId="Web-{B7B196A3-A741-66E0-11CC-FD1DA8798C4E}" dt="2026-02-11T12:18:21.717" v="379"/>
          <ac:spMkLst>
            <pc:docMk/>
            <pc:sldMk cId="2768235767" sldId="280"/>
            <ac:spMk id="3" creationId="{330B4ED2-C158-4234-8FAA-211AA047B098}"/>
          </ac:spMkLst>
        </pc:spChg>
        <pc:spChg chg="del">
          <ac:chgData name="Olawale Abiodun Ogundeji (Dr.)" userId="S::wale@ahfid.org::bf7f3b58-5492-4b16-a9d7-34d40e1eb056" providerId="AD" clId="Web-{B7B196A3-A741-66E0-11CC-FD1DA8798C4E}" dt="2026-02-11T12:18:18.779" v="378"/>
          <ac:spMkLst>
            <pc:docMk/>
            <pc:sldMk cId="2768235767" sldId="280"/>
            <ac:spMk id="5" creationId="{D1D64276-8587-6383-78C0-60C70213AE91}"/>
          </ac:spMkLst>
        </pc:spChg>
        <pc:graphicFrameChg chg="del mod modGraphic">
          <ac:chgData name="Olawale Abiodun Ogundeji (Dr.)" userId="S::wale@ahfid.org::bf7f3b58-5492-4b16-a9d7-34d40e1eb056" providerId="AD" clId="Web-{B7B196A3-A741-66E0-11CC-FD1DA8798C4E}" dt="2026-02-11T12:18:14.216" v="377"/>
          <ac:graphicFrameMkLst>
            <pc:docMk/>
            <pc:sldMk cId="2768235767" sldId="280"/>
            <ac:graphicFrameMk id="7" creationId="{541FB7A8-183E-04F7-F2FC-FF34C1AA7C64}"/>
          </ac:graphicFrameMkLst>
        </pc:graphicFrameChg>
        <pc:picChg chg="add mod">
          <ac:chgData name="Olawale Abiodun Ogundeji (Dr.)" userId="S::wale@ahfid.org::bf7f3b58-5492-4b16-a9d7-34d40e1eb056" providerId="AD" clId="Web-{B7B196A3-A741-66E0-11CC-FD1DA8798C4E}" dt="2026-02-11T12:20:57.240" v="383" actId="14100"/>
          <ac:picMkLst>
            <pc:docMk/>
            <pc:sldMk cId="2768235767" sldId="280"/>
            <ac:picMk id="4" creationId="{594425C0-F6DF-74B2-FDC4-6EFF36A12410}"/>
          </ac:picMkLst>
        </pc:picChg>
      </pc:sldChg>
      <pc:sldChg chg="addSp delSp modSp mod setBg">
        <pc:chgData name="Olawale Abiodun Ogundeji (Dr.)" userId="S::wale@ahfid.org::bf7f3b58-5492-4b16-a9d7-34d40e1eb056" providerId="AD" clId="Web-{B7B196A3-A741-66E0-11CC-FD1DA8798C4E}" dt="2026-02-11T08:05:30.509" v="185" actId="1076"/>
        <pc:sldMkLst>
          <pc:docMk/>
          <pc:sldMk cId="4279679797" sldId="281"/>
        </pc:sldMkLst>
        <pc:spChg chg="del">
          <ac:chgData name="Olawale Abiodun Ogundeji (Dr.)" userId="S::wale@ahfid.org::bf7f3b58-5492-4b16-a9d7-34d40e1eb056" providerId="AD" clId="Web-{B7B196A3-A741-66E0-11CC-FD1DA8798C4E}" dt="2026-02-11T07:28:14.998" v="161"/>
          <ac:spMkLst>
            <pc:docMk/>
            <pc:sldMk cId="4279679797" sldId="281"/>
            <ac:spMk id="3" creationId="{29EA01AE-3CB5-B85C-4F90-0AA98E7E85D4}"/>
          </ac:spMkLst>
        </pc:spChg>
        <pc:spChg chg="del">
          <ac:chgData name="Olawale Abiodun Ogundeji (Dr.)" userId="S::wale@ahfid.org::bf7f3b58-5492-4b16-a9d7-34d40e1eb056" providerId="AD" clId="Web-{B7B196A3-A741-66E0-11CC-FD1DA8798C4E}" dt="2026-02-11T07:28:10.029" v="160"/>
          <ac:spMkLst>
            <pc:docMk/>
            <pc:sldMk cId="4279679797" sldId="281"/>
            <ac:spMk id="6" creationId="{63718E18-FF39-BA2D-9E5A-EF0B31471753}"/>
          </ac:spMkLst>
        </pc:spChg>
        <pc:picChg chg="add mod">
          <ac:chgData name="Olawale Abiodun Ogundeji (Dr.)" userId="S::wale@ahfid.org::bf7f3b58-5492-4b16-a9d7-34d40e1eb056" providerId="AD" clId="Web-{B7B196A3-A741-66E0-11CC-FD1DA8798C4E}" dt="2026-02-11T08:05:30.509" v="185" actId="1076"/>
          <ac:picMkLst>
            <pc:docMk/>
            <pc:sldMk cId="4279679797" sldId="281"/>
            <ac:picMk id="3" creationId="{1F1A1631-B3C3-714F-788E-4D57C5772EEB}"/>
          </ac:picMkLst>
        </pc:picChg>
        <pc:picChg chg="del">
          <ac:chgData name="Olawale Abiodun Ogundeji (Dr.)" userId="S::wale@ahfid.org::bf7f3b58-5492-4b16-a9d7-34d40e1eb056" providerId="AD" clId="Web-{B7B196A3-A741-66E0-11CC-FD1DA8798C4E}" dt="2026-02-11T07:28:06.357" v="159"/>
          <ac:picMkLst>
            <pc:docMk/>
            <pc:sldMk cId="4279679797" sldId="281"/>
            <ac:picMk id="4" creationId="{E67E3322-C0AF-1BB1-C14C-DBBBC5EC5973}"/>
          </ac:picMkLst>
        </pc:picChg>
        <pc:picChg chg="add del mod">
          <ac:chgData name="Olawale Abiodun Ogundeji (Dr.)" userId="S::wale@ahfid.org::bf7f3b58-5492-4b16-a9d7-34d40e1eb056" providerId="AD" clId="Web-{B7B196A3-A741-66E0-11CC-FD1DA8798C4E}" dt="2026-02-11T08:04:27.915" v="179"/>
          <ac:picMkLst>
            <pc:docMk/>
            <pc:sldMk cId="4279679797" sldId="281"/>
            <ac:picMk id="5" creationId="{A353EF9A-72B1-247B-FEF3-ECF489AFBC39}"/>
          </ac:picMkLst>
        </pc:picChg>
      </pc:sldChg>
      <pc:sldChg chg="addSp modSp mod setBg">
        <pc:chgData name="Olawale Abiodun Ogundeji (Dr.)" userId="S::wale@ahfid.org::bf7f3b58-5492-4b16-a9d7-34d40e1eb056" providerId="AD" clId="Web-{B7B196A3-A741-66E0-11CC-FD1DA8798C4E}" dt="2026-02-11T09:10:10.097" v="356" actId="20577"/>
        <pc:sldMkLst>
          <pc:docMk/>
          <pc:sldMk cId="838455973" sldId="282"/>
        </pc:sldMkLst>
        <pc:spChg chg="add mod">
          <ac:chgData name="Olawale Abiodun Ogundeji (Dr.)" userId="S::wale@ahfid.org::bf7f3b58-5492-4b16-a9d7-34d40e1eb056" providerId="AD" clId="Web-{B7B196A3-A741-66E0-11CC-FD1DA8798C4E}" dt="2026-02-11T09:10:10.097" v="356" actId="20577"/>
          <ac:spMkLst>
            <pc:docMk/>
            <pc:sldMk cId="838455973" sldId="282"/>
            <ac:spMk id="2" creationId="{C10347CD-EBD8-2F0D-34EB-A22D024FB4B8}"/>
          </ac:spMkLst>
        </pc:spChg>
        <pc:spChg chg="add mod">
          <ac:chgData name="Olawale Abiodun Ogundeji (Dr.)" userId="S::wale@ahfid.org::bf7f3b58-5492-4b16-a9d7-34d40e1eb056" providerId="AD" clId="Web-{B7B196A3-A741-66E0-11CC-FD1DA8798C4E}" dt="2026-02-11T09:09:44.110" v="345" actId="20577"/>
          <ac:spMkLst>
            <pc:docMk/>
            <pc:sldMk cId="838455973" sldId="282"/>
            <ac:spMk id="3" creationId="{094AC6ED-CAF2-C4C3-7D5A-2A02A661184D}"/>
          </ac:spMkLst>
        </pc:spChg>
      </pc:sldChg>
      <pc:sldChg chg="addSp delSp modSp mod setBg">
        <pc:chgData name="Olawale Abiodun Ogundeji (Dr.)" userId="S::wale@ahfid.org::bf7f3b58-5492-4b16-a9d7-34d40e1eb056" providerId="AD" clId="Web-{B7B196A3-A741-66E0-11CC-FD1DA8798C4E}" dt="2026-02-11T12:20:59.427" v="384"/>
        <pc:sldMkLst>
          <pc:docMk/>
          <pc:sldMk cId="779078583" sldId="283"/>
        </pc:sldMkLst>
        <pc:spChg chg="del mod">
          <ac:chgData name="Olawale Abiodun Ogundeji (Dr.)" userId="S::wale@ahfid.org::bf7f3b58-5492-4b16-a9d7-34d40e1eb056" providerId="AD" clId="Web-{B7B196A3-A741-66E0-11CC-FD1DA8798C4E}" dt="2026-02-11T09:21:13.638" v="369"/>
          <ac:spMkLst>
            <pc:docMk/>
            <pc:sldMk cId="779078583" sldId="283"/>
            <ac:spMk id="3" creationId="{9C90FBF1-996A-291F-90FA-D8B1C84C47FA}"/>
          </ac:spMkLst>
        </pc:spChg>
        <pc:spChg chg="del">
          <ac:chgData name="Olawale Abiodun Ogundeji (Dr.)" userId="S::wale@ahfid.org::bf7f3b58-5492-4b16-a9d7-34d40e1eb056" providerId="AD" clId="Web-{B7B196A3-A741-66E0-11CC-FD1DA8798C4E}" dt="2026-02-11T09:21:05.044" v="367"/>
          <ac:spMkLst>
            <pc:docMk/>
            <pc:sldMk cId="779078583" sldId="283"/>
            <ac:spMk id="5" creationId="{4FB7D156-8710-2B15-7127-8DCF60FA3707}"/>
          </ac:spMkLst>
        </pc:spChg>
        <pc:picChg chg="add mod">
          <ac:chgData name="Olawale Abiodun Ogundeji (Dr.)" userId="S::wale@ahfid.org::bf7f3b58-5492-4b16-a9d7-34d40e1eb056" providerId="AD" clId="Web-{B7B196A3-A741-66E0-11CC-FD1DA8798C4E}" dt="2026-02-11T09:21:35.575" v="374" actId="14100"/>
          <ac:picMkLst>
            <pc:docMk/>
            <pc:sldMk cId="779078583" sldId="283"/>
            <ac:picMk id="4" creationId="{CD7EC656-6648-9FCF-3C67-4B28A4225452}"/>
          </ac:picMkLst>
        </pc:picChg>
      </pc:sldChg>
      <pc:sldChg chg="addSp delSp modSp mod setBg">
        <pc:chgData name="Olawale Abiodun Ogundeji (Dr.)" userId="S::wale@ahfid.org::bf7f3b58-5492-4b16-a9d7-34d40e1eb056" providerId="AD" clId="Web-{B7B196A3-A741-66E0-11CC-FD1DA8798C4E}" dt="2026-02-11T09:06:35.279" v="305"/>
        <pc:sldMkLst>
          <pc:docMk/>
          <pc:sldMk cId="3884084745" sldId="284"/>
        </pc:sldMkLst>
        <pc:spChg chg="del">
          <ac:chgData name="Olawale Abiodun Ogundeji (Dr.)" userId="S::wale@ahfid.org::bf7f3b58-5492-4b16-a9d7-34d40e1eb056" providerId="AD" clId="Web-{B7B196A3-A741-66E0-11CC-FD1DA8798C4E}" dt="2026-02-11T08:57:17.892" v="193"/>
          <ac:spMkLst>
            <pc:docMk/>
            <pc:sldMk cId="3884084745" sldId="284"/>
            <ac:spMk id="3" creationId="{6998BD24-1790-4419-97F2-3A3C7A53CEE2}"/>
          </ac:spMkLst>
        </pc:spChg>
        <pc:spChg chg="del">
          <ac:chgData name="Olawale Abiodun Ogundeji (Dr.)" userId="S::wale@ahfid.org::bf7f3b58-5492-4b16-a9d7-34d40e1eb056" providerId="AD" clId="Web-{B7B196A3-A741-66E0-11CC-FD1DA8798C4E}" dt="2026-02-11T08:57:14.361" v="192"/>
          <ac:spMkLst>
            <pc:docMk/>
            <pc:sldMk cId="3884084745" sldId="284"/>
            <ac:spMk id="5" creationId="{A30FB6B8-AD89-A99C-1F05-7ED8CBCF51CC}"/>
          </ac:spMkLst>
        </pc:spChg>
        <pc:spChg chg="add del mod">
          <ac:chgData name="Olawale Abiodun Ogundeji (Dr.)" userId="S::wale@ahfid.org::bf7f3b58-5492-4b16-a9d7-34d40e1eb056" providerId="AD" clId="Web-{B7B196A3-A741-66E0-11CC-FD1DA8798C4E}" dt="2026-02-11T09:05:04.121" v="299"/>
          <ac:spMkLst>
            <pc:docMk/>
            <pc:sldMk cId="3884084745" sldId="284"/>
            <ac:spMk id="6" creationId="{169418CA-76B0-27CC-1C36-E48A61EC78DB}"/>
          </ac:spMkLst>
        </pc:spChg>
        <pc:spChg chg="add del mod">
          <ac:chgData name="Olawale Abiodun Ogundeji (Dr.)" userId="S::wale@ahfid.org::bf7f3b58-5492-4b16-a9d7-34d40e1eb056" providerId="AD" clId="Web-{B7B196A3-A741-66E0-11CC-FD1DA8798C4E}" dt="2026-02-11T09:04:38.387" v="293"/>
          <ac:spMkLst>
            <pc:docMk/>
            <pc:sldMk cId="3884084745" sldId="284"/>
            <ac:spMk id="7" creationId="{E2DB2D5E-CE6A-4A38-E873-02E08E675611}"/>
          </ac:spMkLst>
        </pc:spChg>
        <pc:graphicFrameChg chg="add del mod modGraphic">
          <ac:chgData name="Olawale Abiodun Ogundeji (Dr.)" userId="S::wale@ahfid.org::bf7f3b58-5492-4b16-a9d7-34d40e1eb056" providerId="AD" clId="Web-{B7B196A3-A741-66E0-11CC-FD1DA8798C4E}" dt="2026-02-11T09:04:35.090" v="292"/>
          <ac:graphicFrameMkLst>
            <pc:docMk/>
            <pc:sldMk cId="3884084745" sldId="284"/>
            <ac:graphicFrameMk id="4" creationId="{30565E23-EFD2-1418-8B67-E5647B623F0D}"/>
          </ac:graphicFrameMkLst>
        </pc:graphicFrameChg>
        <pc:graphicFrameChg chg="add del mod modGraphic">
          <ac:chgData name="Olawale Abiodun Ogundeji (Dr.)" userId="S::wale@ahfid.org::bf7f3b58-5492-4b16-a9d7-34d40e1eb056" providerId="AD" clId="Web-{B7B196A3-A741-66E0-11CC-FD1DA8798C4E}" dt="2026-02-11T09:04:59.403" v="298"/>
          <ac:graphicFrameMkLst>
            <pc:docMk/>
            <pc:sldMk cId="3884084745" sldId="284"/>
            <ac:graphicFrameMk id="9" creationId="{BA4856F9-CC09-C49C-23E3-4CC3FCB4A076}"/>
          </ac:graphicFrameMkLst>
        </pc:graphicFrameChg>
        <pc:picChg chg="add mod">
          <ac:chgData name="Olawale Abiodun Ogundeji (Dr.)" userId="S::wale@ahfid.org::bf7f3b58-5492-4b16-a9d7-34d40e1eb056" providerId="AD" clId="Web-{B7B196A3-A741-66E0-11CC-FD1DA8798C4E}" dt="2026-02-11T09:05:29.794" v="303" actId="14100"/>
          <ac:picMkLst>
            <pc:docMk/>
            <pc:sldMk cId="3884084745" sldId="284"/>
            <ac:picMk id="10" creationId="{C1F11510-895B-A9D2-174F-D4921B5C5718}"/>
          </ac:picMkLst>
        </pc:picChg>
      </pc:sldChg>
      <pc:sldChg chg="addSp delSp modSp mod setBg">
        <pc:chgData name="Olawale Abiodun Ogundeji (Dr.)" userId="S::wale@ahfid.org::bf7f3b58-5492-4b16-a9d7-34d40e1eb056" providerId="AD" clId="Web-{B7B196A3-A741-66E0-11CC-FD1DA8798C4E}" dt="2026-02-11T09:09:26.718" v="343" actId="20577"/>
        <pc:sldMkLst>
          <pc:docMk/>
          <pc:sldMk cId="3186106264" sldId="285"/>
        </pc:sldMkLst>
        <pc:spChg chg="add mod">
          <ac:chgData name="Olawale Abiodun Ogundeji (Dr.)" userId="S::wale@ahfid.org::bf7f3b58-5492-4b16-a9d7-34d40e1eb056" providerId="AD" clId="Web-{B7B196A3-A741-66E0-11CC-FD1DA8798C4E}" dt="2026-02-11T09:08:30.249" v="328" actId="1076"/>
          <ac:spMkLst>
            <pc:docMk/>
            <pc:sldMk cId="3186106264" sldId="285"/>
            <ac:spMk id="2" creationId="{02A07685-1301-8C3E-0C4F-868ADD04FB5F}"/>
          </ac:spMkLst>
        </pc:spChg>
        <pc:spChg chg="del">
          <ac:chgData name="Olawale Abiodun Ogundeji (Dr.)" userId="S::wale@ahfid.org::bf7f3b58-5492-4b16-a9d7-34d40e1eb056" providerId="AD" clId="Web-{B7B196A3-A741-66E0-11CC-FD1DA8798C4E}" dt="2026-02-11T09:07:44.482" v="307"/>
          <ac:spMkLst>
            <pc:docMk/>
            <pc:sldMk cId="3186106264" sldId="285"/>
            <ac:spMk id="3" creationId="{46E0E669-EBF6-ECB7-E612-5FA41399A4A8}"/>
          </ac:spMkLst>
        </pc:spChg>
        <pc:spChg chg="add mod">
          <ac:chgData name="Olawale Abiodun Ogundeji (Dr.)" userId="S::wale@ahfid.org::bf7f3b58-5492-4b16-a9d7-34d40e1eb056" providerId="AD" clId="Web-{B7B196A3-A741-66E0-11CC-FD1DA8798C4E}" dt="2026-02-11T09:09:26.718" v="343" actId="20577"/>
          <ac:spMkLst>
            <pc:docMk/>
            <pc:sldMk cId="3186106264" sldId="285"/>
            <ac:spMk id="4" creationId="{A66C6A8A-B546-B22B-FC91-ED3ECCDC979D}"/>
          </ac:spMkLst>
        </pc:spChg>
        <pc:spChg chg="del">
          <ac:chgData name="Olawale Abiodun Ogundeji (Dr.)" userId="S::wale@ahfid.org::bf7f3b58-5492-4b16-a9d7-34d40e1eb056" providerId="AD" clId="Web-{B7B196A3-A741-66E0-11CC-FD1DA8798C4E}" dt="2026-02-11T09:07:40.826" v="306"/>
          <ac:spMkLst>
            <pc:docMk/>
            <pc:sldMk cId="3186106264" sldId="285"/>
            <ac:spMk id="5" creationId="{6F9E0A9A-919D-AB2D-BCC3-B3BFC7DCBA88}"/>
          </ac:spMkLst>
        </pc:spChg>
      </pc:sldChg>
      <pc:sldChg chg="addSp delSp modSp mod setBg">
        <pc:chgData name="Olawale Abiodun Ogundeji (Dr.)" userId="S::wale@ahfid.org::bf7f3b58-5492-4b16-a9d7-34d40e1eb056" providerId="AD" clId="Web-{B7B196A3-A741-66E0-11CC-FD1DA8798C4E}" dt="2026-02-11T09:18:03.556" v="366"/>
        <pc:sldMkLst>
          <pc:docMk/>
          <pc:sldMk cId="3180712152" sldId="286"/>
        </pc:sldMkLst>
        <pc:spChg chg="del">
          <ac:chgData name="Olawale Abiodun Ogundeji (Dr.)" userId="S::wale@ahfid.org::bf7f3b58-5492-4b16-a9d7-34d40e1eb056" providerId="AD" clId="Web-{B7B196A3-A741-66E0-11CC-FD1DA8798C4E}" dt="2026-02-11T09:17:21.618" v="358"/>
          <ac:spMkLst>
            <pc:docMk/>
            <pc:sldMk cId="3180712152" sldId="286"/>
            <ac:spMk id="3" creationId="{DC8375D1-8142-971B-B910-C880B4FCE5E9}"/>
          </ac:spMkLst>
        </pc:spChg>
        <pc:spChg chg="del">
          <ac:chgData name="Olawale Abiodun Ogundeji (Dr.)" userId="S::wale@ahfid.org::bf7f3b58-5492-4b16-a9d7-34d40e1eb056" providerId="AD" clId="Web-{B7B196A3-A741-66E0-11CC-FD1DA8798C4E}" dt="2026-02-11T09:17:17.493" v="357"/>
          <ac:spMkLst>
            <pc:docMk/>
            <pc:sldMk cId="3180712152" sldId="286"/>
            <ac:spMk id="5" creationId="{668A767A-E9AB-4C30-F782-9F870B96E58C}"/>
          </ac:spMkLst>
        </pc:spChg>
        <pc:picChg chg="add mod">
          <ac:chgData name="Olawale Abiodun Ogundeji (Dr.)" userId="S::wale@ahfid.org::bf7f3b58-5492-4b16-a9d7-34d40e1eb056" providerId="AD" clId="Web-{B7B196A3-A741-66E0-11CC-FD1DA8798C4E}" dt="2026-02-11T09:17:56.275" v="365" actId="1076"/>
          <ac:picMkLst>
            <pc:docMk/>
            <pc:sldMk cId="3180712152" sldId="286"/>
            <ac:picMk id="2" creationId="{1B90F0A3-7E92-BBDA-FB51-829DA3BA3E5B}"/>
          </ac:picMkLst>
        </pc:picChg>
      </pc:sldChg>
      <pc:sldChg chg="addSp delSp modSp add mod replId setBg">
        <pc:chgData name="Olawale Abiodun Ogundeji (Dr.)" userId="S::wale@ahfid.org::bf7f3b58-5492-4b16-a9d7-34d40e1eb056" providerId="AD" clId="Web-{B7B196A3-A741-66E0-11CC-FD1DA8798C4E}" dt="2026-02-11T08:04:18.118" v="178" actId="1076"/>
        <pc:sldMkLst>
          <pc:docMk/>
          <pc:sldMk cId="415554418" sldId="287"/>
        </pc:sldMkLst>
        <pc:spChg chg="mod">
          <ac:chgData name="Olawale Abiodun Ogundeji (Dr.)" userId="S::wale@ahfid.org::bf7f3b58-5492-4b16-a9d7-34d40e1eb056" providerId="AD" clId="Web-{B7B196A3-A741-66E0-11CC-FD1DA8798C4E}" dt="2026-02-11T07:06:59.572" v="99"/>
          <ac:spMkLst>
            <pc:docMk/>
            <pc:sldMk cId="415554418" sldId="287"/>
            <ac:spMk id="2" creationId="{B20646FC-A496-99C4-B13F-9E93A659F211}"/>
          </ac:spMkLst>
        </pc:spChg>
        <pc:picChg chg="add mod">
          <ac:chgData name="Olawale Abiodun Ogundeji (Dr.)" userId="S::wale@ahfid.org::bf7f3b58-5492-4b16-a9d7-34d40e1eb056" providerId="AD" clId="Web-{B7B196A3-A741-66E0-11CC-FD1DA8798C4E}" dt="2026-02-11T08:04:18.118" v="178" actId="1076"/>
          <ac:picMkLst>
            <pc:docMk/>
            <pc:sldMk cId="415554418" sldId="287"/>
            <ac:picMk id="3" creationId="{3A8E4406-01B9-EFB8-9291-83C6063DDFF8}"/>
          </ac:picMkLst>
        </pc:picChg>
        <pc:picChg chg="del">
          <ac:chgData name="Olawale Abiodun Ogundeji (Dr.)" userId="S::wale@ahfid.org::bf7f3b58-5492-4b16-a9d7-34d40e1eb056" providerId="AD" clId="Web-{B7B196A3-A741-66E0-11CC-FD1DA8798C4E}" dt="2026-02-11T07:05:49.978" v="91"/>
          <ac:picMkLst>
            <pc:docMk/>
            <pc:sldMk cId="415554418" sldId="287"/>
            <ac:picMk id="3" creationId="{43451264-466C-33BE-D39E-DCD8C194CAEB}"/>
          </ac:picMkLst>
        </pc:picChg>
        <pc:picChg chg="add del mod">
          <ac:chgData name="Olawale Abiodun Ogundeji (Dr.)" userId="S::wale@ahfid.org::bf7f3b58-5492-4b16-a9d7-34d40e1eb056" providerId="AD" clId="Web-{B7B196A3-A741-66E0-11CC-FD1DA8798C4E}" dt="2026-02-11T07:07:14.119" v="100"/>
          <ac:picMkLst>
            <pc:docMk/>
            <pc:sldMk cId="415554418" sldId="287"/>
            <ac:picMk id="4" creationId="{ADE6F890-4994-8F7B-6505-AE7A63AC4ED7}"/>
          </ac:picMkLst>
        </pc:picChg>
        <pc:picChg chg="add del mod">
          <ac:chgData name="Olawale Abiodun Ogundeji (Dr.)" userId="S::wale@ahfid.org::bf7f3b58-5492-4b16-a9d7-34d40e1eb056" providerId="AD" clId="Web-{B7B196A3-A741-66E0-11CC-FD1DA8798C4E}" dt="2026-02-11T07:26:15.121" v="155"/>
          <ac:picMkLst>
            <pc:docMk/>
            <pc:sldMk cId="415554418" sldId="287"/>
            <ac:picMk id="5" creationId="{340F7386-5331-5133-C525-82E8A2592227}"/>
          </ac:picMkLst>
        </pc:picChg>
        <pc:picChg chg="add del mod">
          <ac:chgData name="Olawale Abiodun Ogundeji (Dr.)" userId="S::wale@ahfid.org::bf7f3b58-5492-4b16-a9d7-34d40e1eb056" providerId="AD" clId="Web-{B7B196A3-A741-66E0-11CC-FD1DA8798C4E}" dt="2026-02-11T08:03:48.586" v="174"/>
          <ac:picMkLst>
            <pc:docMk/>
            <pc:sldMk cId="415554418" sldId="287"/>
            <ac:picMk id="6" creationId="{4189C326-C8F3-5C5F-2D00-D393B2ECA91B}"/>
          </ac:picMkLst>
        </pc:picChg>
      </pc:sldChg>
      <pc:sldChg chg="addSp delSp modSp add replId">
        <pc:chgData name="Olawale Abiodun Ogundeji (Dr.)" userId="S::wale@ahfid.org::bf7f3b58-5492-4b16-a9d7-34d40e1eb056" providerId="AD" clId="Web-{B7B196A3-A741-66E0-11CC-FD1DA8798C4E}" dt="2026-02-11T07:33:13.494" v="173" actId="1076"/>
        <pc:sldMkLst>
          <pc:docMk/>
          <pc:sldMk cId="3500182958" sldId="288"/>
        </pc:sldMkLst>
        <pc:spChg chg="del">
          <ac:chgData name="Olawale Abiodun Ogundeji (Dr.)" userId="S::wale@ahfid.org::bf7f3b58-5492-4b16-a9d7-34d40e1eb056" providerId="AD" clId="Web-{B7B196A3-A741-66E0-11CC-FD1DA8798C4E}" dt="2026-02-11T07:32:54.947" v="169"/>
          <ac:spMkLst>
            <pc:docMk/>
            <pc:sldMk cId="3500182958" sldId="288"/>
            <ac:spMk id="2" creationId="{94DE98EC-5B84-4D57-6265-09D330B57EAD}"/>
          </ac:spMkLst>
        </pc:spChg>
        <pc:spChg chg="del">
          <ac:chgData name="Olawale Abiodun Ogundeji (Dr.)" userId="S::wale@ahfid.org::bf7f3b58-5492-4b16-a9d7-34d40e1eb056" providerId="AD" clId="Web-{B7B196A3-A741-66E0-11CC-FD1DA8798C4E}" dt="2026-02-11T07:32:50.493" v="168"/>
          <ac:spMkLst>
            <pc:docMk/>
            <pc:sldMk cId="3500182958" sldId="288"/>
            <ac:spMk id="3" creationId="{B46491D7-F0B0-16F9-3F1C-AF98773DDA93}"/>
          </ac:spMkLst>
        </pc:spChg>
        <pc:picChg chg="add mod">
          <ac:chgData name="Olawale Abiodun Ogundeji (Dr.)" userId="S::wale@ahfid.org::bf7f3b58-5492-4b16-a9d7-34d40e1eb056" providerId="AD" clId="Web-{B7B196A3-A741-66E0-11CC-FD1DA8798C4E}" dt="2026-02-11T07:33:13.494" v="173" actId="1076"/>
          <ac:picMkLst>
            <pc:docMk/>
            <pc:sldMk cId="3500182958" sldId="288"/>
            <ac:picMk id="4" creationId="{7A4238AC-63F5-FB62-E96B-D19FAB389933}"/>
          </ac:picMkLst>
        </pc:picChg>
      </pc:sldChg>
      <pc:sldChg chg="addSp delSp modSp add replId">
        <pc:chgData name="Olawale Abiodun Ogundeji (Dr.)" userId="S::wale@ahfid.org::bf7f3b58-5492-4b16-a9d7-34d40e1eb056" providerId="AD" clId="Web-{B7B196A3-A741-66E0-11CC-FD1DA8798C4E}" dt="2026-02-11T12:47:00.350" v="402" actId="14100"/>
        <pc:sldMkLst>
          <pc:docMk/>
          <pc:sldMk cId="1886380251" sldId="289"/>
        </pc:sldMkLst>
        <pc:picChg chg="add mod">
          <ac:chgData name="Olawale Abiodun Ogundeji (Dr.)" userId="S::wale@ahfid.org::bf7f3b58-5492-4b16-a9d7-34d40e1eb056" providerId="AD" clId="Web-{B7B196A3-A741-66E0-11CC-FD1DA8798C4E}" dt="2026-02-11T12:47:00.350" v="402" actId="14100"/>
          <ac:picMkLst>
            <pc:docMk/>
            <pc:sldMk cId="1886380251" sldId="289"/>
            <ac:picMk id="2" creationId="{3DF8757E-B1DC-29F1-5DEB-388B3D5D159F}"/>
          </ac:picMkLst>
        </pc:picChg>
        <pc:picChg chg="del">
          <ac:chgData name="Olawale Abiodun Ogundeji (Dr.)" userId="S::wale@ahfid.org::bf7f3b58-5492-4b16-a9d7-34d40e1eb056" providerId="AD" clId="Web-{B7B196A3-A741-66E0-11CC-FD1DA8798C4E}" dt="2026-02-11T12:45:58.895" v="397"/>
          <ac:picMkLst>
            <pc:docMk/>
            <pc:sldMk cId="1886380251" sldId="289"/>
            <ac:picMk id="3" creationId="{D27C7E8C-71C5-9911-2416-E820EFE992C4}"/>
          </ac:picMkLst>
        </pc:picChg>
      </pc:sldChg>
      <pc:sldChg chg="add del replId">
        <pc:chgData name="Olawale Abiodun Ogundeji (Dr.)" userId="S::wale@ahfid.org::bf7f3b58-5492-4b16-a9d7-34d40e1eb056" providerId="AD" clId="Web-{B7B196A3-A741-66E0-11CC-FD1DA8798C4E}" dt="2026-02-11T12:45:47.801" v="395"/>
        <pc:sldMkLst>
          <pc:docMk/>
          <pc:sldMk cId="3630597185" sldId="289"/>
        </pc:sldMkLst>
      </pc:sldChg>
      <pc:sldChg chg="addSp delSp modSp add replId">
        <pc:chgData name="Olawale Abiodun Ogundeji (Dr.)" userId="S::wale@ahfid.org::bf7f3b58-5492-4b16-a9d7-34d40e1eb056" providerId="AD" clId="Web-{B7B196A3-A741-66E0-11CC-FD1DA8798C4E}" dt="2026-02-11T13:04:17.118" v="463" actId="1076"/>
        <pc:sldMkLst>
          <pc:docMk/>
          <pc:sldMk cId="1688162289" sldId="290"/>
        </pc:sldMkLst>
        <pc:picChg chg="del">
          <ac:chgData name="Olawale Abiodun Ogundeji (Dr.)" userId="S::wale@ahfid.org::bf7f3b58-5492-4b16-a9d7-34d40e1eb056" providerId="AD" clId="Web-{B7B196A3-A741-66E0-11CC-FD1DA8798C4E}" dt="2026-02-11T13:02:41.209" v="455"/>
          <ac:picMkLst>
            <pc:docMk/>
            <pc:sldMk cId="1688162289" sldId="290"/>
            <ac:picMk id="2" creationId="{F4F29AA3-16BB-0A84-C983-CE8676F69255}"/>
          </ac:picMkLst>
        </pc:picChg>
        <pc:picChg chg="add mod">
          <ac:chgData name="Olawale Abiodun Ogundeji (Dr.)" userId="S::wale@ahfid.org::bf7f3b58-5492-4b16-a9d7-34d40e1eb056" providerId="AD" clId="Web-{B7B196A3-A741-66E0-11CC-FD1DA8798C4E}" dt="2026-02-11T13:04:17.118" v="463" actId="1076"/>
          <ac:picMkLst>
            <pc:docMk/>
            <pc:sldMk cId="1688162289" sldId="290"/>
            <ac:picMk id="3" creationId="{8D6C0187-5E3D-6305-31EB-3B08780A78C4}"/>
          </ac:picMkLst>
        </pc:picChg>
      </pc:sldChg>
      <pc:sldChg chg="addSp delSp modSp add replId">
        <pc:chgData name="Olawale Abiodun Ogundeji (Dr.)" userId="S::wale@ahfid.org::bf7f3b58-5492-4b16-a9d7-34d40e1eb056" providerId="AD" clId="Web-{B7B196A3-A741-66E0-11CC-FD1DA8798C4E}" dt="2026-02-11T13:01:39.801" v="454"/>
        <pc:sldMkLst>
          <pc:docMk/>
          <pc:sldMk cId="2299157531" sldId="291"/>
        </pc:sldMkLst>
        <pc:spChg chg="del">
          <ac:chgData name="Olawale Abiodun Ogundeji (Dr.)" userId="S::wale@ahfid.org::bf7f3b58-5492-4b16-a9d7-34d40e1eb056" providerId="AD" clId="Web-{B7B196A3-A741-66E0-11CC-FD1DA8798C4E}" dt="2026-02-11T13:01:39.801" v="454"/>
          <ac:spMkLst>
            <pc:docMk/>
            <pc:sldMk cId="2299157531" sldId="291"/>
            <ac:spMk id="7" creationId="{265B753D-4333-D88B-4A18-32257741DC0C}"/>
          </ac:spMkLst>
        </pc:spChg>
        <pc:picChg chg="del">
          <ac:chgData name="Olawale Abiodun Ogundeji (Dr.)" userId="S::wale@ahfid.org::bf7f3b58-5492-4b16-a9d7-34d40e1eb056" providerId="AD" clId="Web-{B7B196A3-A741-66E0-11CC-FD1DA8798C4E}" dt="2026-02-11T13:01:15.613" v="450"/>
          <ac:picMkLst>
            <pc:docMk/>
            <pc:sldMk cId="2299157531" sldId="291"/>
            <ac:picMk id="2" creationId="{CBF34A5B-64C5-5B1B-3C85-059952193313}"/>
          </ac:picMkLst>
        </pc:picChg>
        <pc:picChg chg="add mod">
          <ac:chgData name="Olawale Abiodun Ogundeji (Dr.)" userId="S::wale@ahfid.org::bf7f3b58-5492-4b16-a9d7-34d40e1eb056" providerId="AD" clId="Web-{B7B196A3-A741-66E0-11CC-FD1DA8798C4E}" dt="2026-02-11T13:01:39.754" v="453" actId="1076"/>
          <ac:picMkLst>
            <pc:docMk/>
            <pc:sldMk cId="2299157531" sldId="291"/>
            <ac:picMk id="3" creationId="{A0006F01-67D5-0DE7-61D7-8063D965E296}"/>
          </ac:picMkLst>
        </pc:picChg>
      </pc:sldChg>
      <pc:sldChg chg="addSp delSp modSp add replId">
        <pc:chgData name="Olawale Abiodun Ogundeji (Dr.)" userId="S::wale@ahfid.org::bf7f3b58-5492-4b16-a9d7-34d40e1eb056" providerId="AD" clId="Web-{B7B196A3-A741-66E0-11CC-FD1DA8798C4E}" dt="2026-02-11T13:00:25.658" v="449" actId="1076"/>
        <pc:sldMkLst>
          <pc:docMk/>
          <pc:sldMk cId="1778060231" sldId="292"/>
        </pc:sldMkLst>
        <pc:spChg chg="add mod">
          <ac:chgData name="Olawale Abiodun Ogundeji (Dr.)" userId="S::wale@ahfid.org::bf7f3b58-5492-4b16-a9d7-34d40e1eb056" providerId="AD" clId="Web-{B7B196A3-A741-66E0-11CC-FD1DA8798C4E}" dt="2026-02-11T12:59:10.435" v="428" actId="1076"/>
          <ac:spMkLst>
            <pc:docMk/>
            <pc:sldMk cId="1778060231" sldId="292"/>
            <ac:spMk id="3" creationId="{91845ED9-867E-A0EC-FF30-204199430732}"/>
          </ac:spMkLst>
        </pc:spChg>
        <pc:spChg chg="add del">
          <ac:chgData name="Olawale Abiodun Ogundeji (Dr.)" userId="S::wale@ahfid.org::bf7f3b58-5492-4b16-a9d7-34d40e1eb056" providerId="AD" clId="Web-{B7B196A3-A741-66E0-11CC-FD1DA8798C4E}" dt="2026-02-11T12:59:35.655" v="430"/>
          <ac:spMkLst>
            <pc:docMk/>
            <pc:sldMk cId="1778060231" sldId="292"/>
            <ac:spMk id="4" creationId="{8A0975EC-B8F0-DD55-0F87-17CE73B131C6}"/>
          </ac:spMkLst>
        </pc:spChg>
        <pc:spChg chg="add del">
          <ac:chgData name="Olawale Abiodun Ogundeji (Dr.)" userId="S::wale@ahfid.org::bf7f3b58-5492-4b16-a9d7-34d40e1eb056" providerId="AD" clId="Web-{B7B196A3-A741-66E0-11CC-FD1DA8798C4E}" dt="2026-02-11T12:59:40.655" v="432"/>
          <ac:spMkLst>
            <pc:docMk/>
            <pc:sldMk cId="1778060231" sldId="292"/>
            <ac:spMk id="5" creationId="{265B608E-576A-C965-2A4F-D41034CCA68F}"/>
          </ac:spMkLst>
        </pc:spChg>
        <pc:spChg chg="add mod">
          <ac:chgData name="Olawale Abiodun Ogundeji (Dr.)" userId="S::wale@ahfid.org::bf7f3b58-5492-4b16-a9d7-34d40e1eb056" providerId="AD" clId="Web-{B7B196A3-A741-66E0-11CC-FD1DA8798C4E}" dt="2026-02-11T13:00:25.658" v="449" actId="1076"/>
          <ac:spMkLst>
            <pc:docMk/>
            <pc:sldMk cId="1778060231" sldId="292"/>
            <ac:spMk id="6" creationId="{1F3E67A2-A882-5E25-EB94-11A867B47A69}"/>
          </ac:spMkLst>
        </pc:spChg>
        <pc:spChg chg="del">
          <ac:chgData name="Olawale Abiodun Ogundeji (Dr.)" userId="S::wale@ahfid.org::bf7f3b58-5492-4b16-a9d7-34d40e1eb056" providerId="AD" clId="Web-{B7B196A3-A741-66E0-11CC-FD1DA8798C4E}" dt="2026-02-11T12:59:45.546" v="433"/>
          <ac:spMkLst>
            <pc:docMk/>
            <pc:sldMk cId="1778060231" sldId="292"/>
            <ac:spMk id="8" creationId="{FE5E211D-9873-3FEA-ED88-A9CACB9600C5}"/>
          </ac:spMkLst>
        </pc:spChg>
        <pc:picChg chg="del">
          <ac:chgData name="Olawale Abiodun Ogundeji (Dr.)" userId="S::wale@ahfid.org::bf7f3b58-5492-4b16-a9d7-34d40e1eb056" providerId="AD" clId="Web-{B7B196A3-A741-66E0-11CC-FD1DA8798C4E}" dt="2026-02-11T12:58:27.120" v="406"/>
          <ac:picMkLst>
            <pc:docMk/>
            <pc:sldMk cId="1778060231" sldId="292"/>
            <ac:picMk id="2" creationId="{7E4890A9-D4B9-8637-6158-38BA80D92014}"/>
          </ac:picMkLst>
        </pc:picChg>
      </pc:sldChg>
      <pc:sldChg chg="add replId">
        <pc:chgData name="Olawale Abiodun Ogundeji (Dr.)" userId="S::wale@ahfid.org::bf7f3b58-5492-4b16-a9d7-34d40e1eb056" providerId="AD" clId="Web-{B7B196A3-A741-66E0-11CC-FD1DA8798C4E}" dt="2026-02-11T13:04:17.275" v="464"/>
        <pc:sldMkLst>
          <pc:docMk/>
          <pc:sldMk cId="1631444005" sldId="293"/>
        </pc:sldMkLst>
      </pc:sldChg>
    </pc:docChg>
  </pc:docChgLst>
  <pc:docChgLst>
    <pc:chgData clId="Web-{312AB656-F313-67A4-9627-3D3BA1554536}"/>
    <pc:docChg chg="modSld">
      <pc:chgData name="" userId="" providerId="" clId="Web-{312AB656-F313-67A4-9627-3D3BA1554536}" dt="2026-02-04T14:19:26.311" v="4" actId="20577"/>
      <pc:docMkLst>
        <pc:docMk/>
      </pc:docMkLst>
      <pc:sldChg chg="modSp">
        <pc:chgData name="" userId="" providerId="" clId="Web-{312AB656-F313-67A4-9627-3D3BA1554536}" dt="2026-02-04T14:19:26.311" v="4" actId="20577"/>
        <pc:sldMkLst>
          <pc:docMk/>
          <pc:sldMk cId="0" sldId="257"/>
        </pc:sldMkLst>
      </pc:sldChg>
    </pc:docChg>
  </pc:docChgLst>
  <pc:docChgLst>
    <pc:chgData name="Olawale Abiodun Ogundeji (Dr.)" userId="S::wale@ahfid.org::bf7f3b58-5492-4b16-a9d7-34d40e1eb056" providerId="AD" clId="Web-{5AF634B1-8AA5-5917-112B-B7B226C02628}"/>
    <pc:docChg chg="delSld modSld">
      <pc:chgData name="Olawale Abiodun Ogundeji (Dr.)" userId="S::wale@ahfid.org::bf7f3b58-5492-4b16-a9d7-34d40e1eb056" providerId="AD" clId="Web-{5AF634B1-8AA5-5917-112B-B7B226C02628}" dt="2026-02-01T23:39:07.716" v="869" actId="20577"/>
      <pc:docMkLst>
        <pc:docMk/>
      </pc:docMkLst>
      <pc:sldChg chg="modSp">
        <pc:chgData name="Olawale Abiodun Ogundeji (Dr.)" userId="S::wale@ahfid.org::bf7f3b58-5492-4b16-a9d7-34d40e1eb056" providerId="AD" clId="Web-{5AF634B1-8AA5-5917-112B-B7B226C02628}" dt="2026-02-01T23:39:07.716" v="869" actId="20577"/>
        <pc:sldMkLst>
          <pc:docMk/>
          <pc:sldMk cId="0" sldId="257"/>
        </pc:sldMkLst>
      </pc:sldChg>
    </pc:docChg>
  </pc:docChgLst>
  <pc:docChgLst>
    <pc:chgData name="Olawale Abiodun Ogundeji (Dr.)" userId="S::wale@ahfid.org::bf7f3b58-5492-4b16-a9d7-34d40e1eb056" providerId="AD" clId="Web-{4359DADF-DE08-31CA-B467-E8B8686EA8C9}"/>
    <pc:docChg chg="addSld modSld sldOrd">
      <pc:chgData name="Olawale Abiodun Ogundeji (Dr.)" userId="S::wale@ahfid.org::bf7f3b58-5492-4b16-a9d7-34d40e1eb056" providerId="AD" clId="Web-{4359DADF-DE08-31CA-B467-E8B8686EA8C9}" dt="2026-02-04T14:14:02.376" v="270" actId="20577"/>
      <pc:docMkLst>
        <pc:docMk/>
      </pc:docMkLst>
      <pc:sldChg chg="modSp">
        <pc:chgData name="Olawale Abiodun Ogundeji (Dr.)" userId="S::wale@ahfid.org::bf7f3b58-5492-4b16-a9d7-34d40e1eb056" providerId="AD" clId="Web-{4359DADF-DE08-31CA-B467-E8B8686EA8C9}" dt="2026-02-04T14:14:02.376" v="270" actId="20577"/>
        <pc:sldMkLst>
          <pc:docMk/>
          <pc:sldMk cId="316734042" sldId="279"/>
        </pc:sldMkLst>
      </pc:sldChg>
      <pc:sldChg chg="addSp delSp modSp ord">
        <pc:chgData name="Olawale Abiodun Ogundeji (Dr.)" userId="S::wale@ahfid.org::bf7f3b58-5492-4b16-a9d7-34d40e1eb056" providerId="AD" clId="Web-{4359DADF-DE08-31CA-B467-E8B8686EA8C9}" dt="2026-02-04T13:38:52.172" v="50" actId="14100"/>
        <pc:sldMkLst>
          <pc:docMk/>
          <pc:sldMk cId="4279679797" sldId="281"/>
        </pc:sldMkLst>
      </pc:sldChg>
      <pc:sldChg chg="addSp delSp modSp">
        <pc:chgData name="Olawale Abiodun Ogundeji (Dr.)" userId="S::wale@ahfid.org::bf7f3b58-5492-4b16-a9d7-34d40e1eb056" providerId="AD" clId="Web-{4359DADF-DE08-31CA-B467-E8B8686EA8C9}" dt="2026-02-04T13:31:07.547" v="17" actId="20577"/>
        <pc:sldMkLst>
          <pc:docMk/>
          <pc:sldMk cId="838455973" sldId="282"/>
        </pc:sldMkLst>
      </pc:sldChg>
      <pc:sldChg chg="add replId">
        <pc:chgData name="Olawale Abiodun Ogundeji (Dr.)" userId="S::wale@ahfid.org::bf7f3b58-5492-4b16-a9d7-34d40e1eb056" providerId="AD" clId="Web-{4359DADF-DE08-31CA-B467-E8B8686EA8C9}" dt="2026-02-04T13:39:04.328" v="51"/>
        <pc:sldMkLst>
          <pc:docMk/>
          <pc:sldMk cId="779078583" sldId="283"/>
        </pc:sldMkLst>
      </pc:sldChg>
      <pc:sldChg chg="addSp delSp modSp add replId">
        <pc:chgData name="Olawale Abiodun Ogundeji (Dr.)" userId="S::wale@ahfid.org::bf7f3b58-5492-4b16-a9d7-34d40e1eb056" providerId="AD" clId="Web-{4359DADF-DE08-31CA-B467-E8B8686EA8C9}" dt="2026-02-04T14:13:50.735" v="269" actId="20577"/>
        <pc:sldMkLst>
          <pc:docMk/>
          <pc:sldMk cId="3884084745" sldId="284"/>
        </pc:sldMkLst>
      </pc:sldChg>
      <pc:sldChg chg="modSp add replId">
        <pc:chgData name="Olawale Abiodun Ogundeji (Dr.)" userId="S::wale@ahfid.org::bf7f3b58-5492-4b16-a9d7-34d40e1eb056" providerId="AD" clId="Web-{4359DADF-DE08-31CA-B467-E8B8686EA8C9}" dt="2026-02-04T14:13:17.531" v="262" actId="20577"/>
        <pc:sldMkLst>
          <pc:docMk/>
          <pc:sldMk cId="3186106264" sldId="285"/>
        </pc:sldMkLst>
      </pc:sldChg>
      <pc:sldChg chg="modSp add replId">
        <pc:chgData name="Olawale Abiodun Ogundeji (Dr.)" userId="S::wale@ahfid.org::bf7f3b58-5492-4b16-a9d7-34d40e1eb056" providerId="AD" clId="Web-{4359DADF-DE08-31CA-B467-E8B8686EA8C9}" dt="2026-02-04T14:12:57.546" v="261" actId="20577"/>
        <pc:sldMkLst>
          <pc:docMk/>
          <pc:sldMk cId="3180712152" sldId="286"/>
        </pc:sldMkLst>
      </pc:sldChg>
    </pc:docChg>
  </pc:docChgLst>
  <pc:docChgLst>
    <pc:chgData name="Olawale Abiodun Ogundeji (Dr.)" userId="S::wale@ahfid.org::bf7f3b58-5492-4b16-a9d7-34d40e1eb056" providerId="AD" clId="Web-{301000A2-9556-BCD1-F8AA-31D9A4A84CE9}"/>
    <pc:docChg chg="modSld">
      <pc:chgData name="Olawale Abiodun Ogundeji (Dr.)" userId="S::wale@ahfid.org::bf7f3b58-5492-4b16-a9d7-34d40e1eb056" providerId="AD" clId="Web-{301000A2-9556-BCD1-F8AA-31D9A4A84CE9}" dt="2026-02-02T00:30:14.422" v="0" actId="20577"/>
      <pc:docMkLst>
        <pc:docMk/>
      </pc:docMkLst>
      <pc:sldChg chg="modSp">
        <pc:chgData name="Olawale Abiodun Ogundeji (Dr.)" userId="S::wale@ahfid.org::bf7f3b58-5492-4b16-a9d7-34d40e1eb056" providerId="AD" clId="Web-{301000A2-9556-BCD1-F8AA-31D9A4A84CE9}" dt="2026-02-02T00:30:14.422" v="0" actId="20577"/>
        <pc:sldMkLst>
          <pc:docMk/>
          <pc:sldMk cId="0" sldId="257"/>
        </pc:sldMkLst>
      </pc:sldChg>
    </pc:docChg>
  </pc:docChgLst>
  <pc:docChgLst>
    <pc:chgData name="Olawale Abiodun Ogundeji (Dr.)" userId="S::wale@ahfid.org::bf7f3b58-5492-4b16-a9d7-34d40e1eb056" providerId="AD" clId="Web-{C4985DDB-9B9F-B747-366B-F81DE1BBA141}"/>
    <pc:docChg chg="modSld">
      <pc:chgData name="Olawale Abiodun Ogundeji (Dr.)" userId="S::wale@ahfid.org::bf7f3b58-5492-4b16-a9d7-34d40e1eb056" providerId="AD" clId="Web-{C4985DDB-9B9F-B747-366B-F81DE1BBA141}" dt="2026-02-02T10:17:21.171" v="257"/>
      <pc:docMkLst>
        <pc:docMk/>
      </pc:docMkLst>
      <pc:sldChg chg="modSp">
        <pc:chgData name="Olawale Abiodun Ogundeji (Dr.)" userId="S::wale@ahfid.org::bf7f3b58-5492-4b16-a9d7-34d40e1eb056" providerId="AD" clId="Web-{C4985DDB-9B9F-B747-366B-F81DE1BBA141}" dt="2026-02-02T09:45:48.733" v="50" actId="20577"/>
        <pc:sldMkLst>
          <pc:docMk/>
          <pc:sldMk cId="0" sldId="257"/>
        </pc:sldMkLst>
      </pc:sldChg>
      <pc:sldChg chg="modSp">
        <pc:chgData name="Olawale Abiodun Ogundeji (Dr.)" userId="S::wale@ahfid.org::bf7f3b58-5492-4b16-a9d7-34d40e1eb056" providerId="AD" clId="Web-{C4985DDB-9B9F-B747-366B-F81DE1BBA141}" dt="2026-02-02T09:50:12.088" v="103" actId="20577"/>
        <pc:sldMkLst>
          <pc:docMk/>
          <pc:sldMk cId="0" sldId="259"/>
        </pc:sldMkLst>
      </pc:sldChg>
      <pc:sldChg chg="addSp delSp modSp">
        <pc:chgData name="Olawale Abiodun Ogundeji (Dr.)" userId="S::wale@ahfid.org::bf7f3b58-5492-4b16-a9d7-34d40e1eb056" providerId="AD" clId="Web-{C4985DDB-9B9F-B747-366B-F81DE1BBA141}" dt="2026-02-02T10:17:21.171" v="257"/>
        <pc:sldMkLst>
          <pc:docMk/>
          <pc:sldMk cId="316734042" sldId="279"/>
        </pc:sldMkLst>
      </pc:sldChg>
    </pc:docChg>
  </pc:docChgLst>
  <pc:docChgLst>
    <pc:chgData name="Olawale Abiodun Ogundeji (Dr.)" userId="S::wale@ahfid.org::bf7f3b58-5492-4b16-a9d7-34d40e1eb056" providerId="AD" clId="Web-{5DC40637-B919-5854-A8E9-75D5E91DFBDA}"/>
    <pc:docChg chg="addSld modSld">
      <pc:chgData name="Olawale Abiodun Ogundeji (Dr.)" userId="S::wale@ahfid.org::bf7f3b58-5492-4b16-a9d7-34d40e1eb056" providerId="AD" clId="Web-{5DC40637-B919-5854-A8E9-75D5E91DFBDA}" dt="2026-02-11T13:11:25.364" v="62" actId="1076"/>
      <pc:docMkLst>
        <pc:docMk/>
      </pc:docMkLst>
      <pc:sldChg chg="addSp delSp modSp">
        <pc:chgData name="Olawale Abiodun Ogundeji (Dr.)" userId="S::wale@ahfid.org::bf7f3b58-5492-4b16-a9d7-34d40e1eb056" providerId="AD" clId="Web-{5DC40637-B919-5854-A8E9-75D5E91DFBDA}" dt="2026-02-11T13:05:40.474" v="3" actId="1076"/>
        <pc:sldMkLst>
          <pc:docMk/>
          <pc:sldMk cId="1631444005" sldId="293"/>
        </pc:sldMkLst>
        <pc:picChg chg="add mod">
          <ac:chgData name="Olawale Abiodun Ogundeji (Dr.)" userId="S::wale@ahfid.org::bf7f3b58-5492-4b16-a9d7-34d40e1eb056" providerId="AD" clId="Web-{5DC40637-B919-5854-A8E9-75D5E91DFBDA}" dt="2026-02-11T13:05:40.474" v="3" actId="1076"/>
          <ac:picMkLst>
            <pc:docMk/>
            <pc:sldMk cId="1631444005" sldId="293"/>
            <ac:picMk id="2" creationId="{FFA3DE3C-E8C5-9E26-097B-9B921E47A57C}"/>
          </ac:picMkLst>
        </pc:picChg>
        <pc:picChg chg="del">
          <ac:chgData name="Olawale Abiodun Ogundeji (Dr.)" userId="S::wale@ahfid.org::bf7f3b58-5492-4b16-a9d7-34d40e1eb056" providerId="AD" clId="Web-{5DC40637-B919-5854-A8E9-75D5E91DFBDA}" dt="2026-02-11T13:05:01.549" v="0"/>
          <ac:picMkLst>
            <pc:docMk/>
            <pc:sldMk cId="1631444005" sldId="293"/>
            <ac:picMk id="3" creationId="{DD07C571-6F15-EEAD-63A0-FC96E20F39B0}"/>
          </ac:picMkLst>
        </pc:picChg>
      </pc:sldChg>
      <pc:sldChg chg="addSp delSp modSp add replId">
        <pc:chgData name="Olawale Abiodun Ogundeji (Dr.)" userId="S::wale@ahfid.org::bf7f3b58-5492-4b16-a9d7-34d40e1eb056" providerId="AD" clId="Web-{5DC40637-B919-5854-A8E9-75D5E91DFBDA}" dt="2026-02-11T13:07:58.622" v="9" actId="1076"/>
        <pc:sldMkLst>
          <pc:docMk/>
          <pc:sldMk cId="1238270479" sldId="294"/>
        </pc:sldMkLst>
        <pc:picChg chg="del">
          <ac:chgData name="Olawale Abiodun Ogundeji (Dr.)" userId="S::wale@ahfid.org::bf7f3b58-5492-4b16-a9d7-34d40e1eb056" providerId="AD" clId="Web-{5DC40637-B919-5854-A8E9-75D5E91DFBDA}" dt="2026-02-11T13:07:46.981" v="6"/>
          <ac:picMkLst>
            <pc:docMk/>
            <pc:sldMk cId="1238270479" sldId="294"/>
            <ac:picMk id="2" creationId="{6B4EC92B-71DF-46BC-4706-703C67BCBB9F}"/>
          </ac:picMkLst>
        </pc:picChg>
        <pc:picChg chg="add mod">
          <ac:chgData name="Olawale Abiodun Ogundeji (Dr.)" userId="S::wale@ahfid.org::bf7f3b58-5492-4b16-a9d7-34d40e1eb056" providerId="AD" clId="Web-{5DC40637-B919-5854-A8E9-75D5E91DFBDA}" dt="2026-02-11T13:07:58.622" v="9" actId="1076"/>
          <ac:picMkLst>
            <pc:docMk/>
            <pc:sldMk cId="1238270479" sldId="294"/>
            <ac:picMk id="3" creationId="{49ABA5F5-AAF6-C329-A05D-2B6525B087B3}"/>
          </ac:picMkLst>
        </pc:picChg>
      </pc:sldChg>
      <pc:sldChg chg="addSp delSp modSp add replId">
        <pc:chgData name="Olawale Abiodun Ogundeji (Dr.)" userId="S::wale@ahfid.org::bf7f3b58-5492-4b16-a9d7-34d40e1eb056" providerId="AD" clId="Web-{5DC40637-B919-5854-A8E9-75D5E91DFBDA}" dt="2026-02-11T13:11:25.364" v="62" actId="1076"/>
        <pc:sldMkLst>
          <pc:docMk/>
          <pc:sldMk cId="852937721" sldId="295"/>
        </pc:sldMkLst>
        <pc:spChg chg="add mod">
          <ac:chgData name="Olawale Abiodun Ogundeji (Dr.)" userId="S::wale@ahfid.org::bf7f3b58-5492-4b16-a9d7-34d40e1eb056" providerId="AD" clId="Web-{5DC40637-B919-5854-A8E9-75D5E91DFBDA}" dt="2026-02-11T13:09:45.705" v="35" actId="20577"/>
          <ac:spMkLst>
            <pc:docMk/>
            <pc:sldMk cId="852937721" sldId="295"/>
            <ac:spMk id="3" creationId="{AE2DC8C9-C5C1-9214-6B40-81183CCEE472}"/>
          </ac:spMkLst>
        </pc:spChg>
        <pc:spChg chg="add del">
          <ac:chgData name="Olawale Abiodun Ogundeji (Dr.)" userId="S::wale@ahfid.org::bf7f3b58-5492-4b16-a9d7-34d40e1eb056" providerId="AD" clId="Web-{5DC40637-B919-5854-A8E9-75D5E91DFBDA}" dt="2026-02-11T13:10:31.597" v="39"/>
          <ac:spMkLst>
            <pc:docMk/>
            <pc:sldMk cId="852937721" sldId="295"/>
            <ac:spMk id="4" creationId="{CC67DC40-7201-B945-9311-53FE1542B10C}"/>
          </ac:spMkLst>
        </pc:spChg>
        <pc:spChg chg="add del mod">
          <ac:chgData name="Olawale Abiodun Ogundeji (Dr.)" userId="S::wale@ahfid.org::bf7f3b58-5492-4b16-a9d7-34d40e1eb056" providerId="AD" clId="Web-{5DC40637-B919-5854-A8E9-75D5E91DFBDA}" dt="2026-02-11T13:10:45.222" v="44"/>
          <ac:spMkLst>
            <pc:docMk/>
            <pc:sldMk cId="852937721" sldId="295"/>
            <ac:spMk id="5" creationId="{252B7971-0A27-E6D7-E9D2-FFF32C4441E3}"/>
          </ac:spMkLst>
        </pc:spChg>
        <pc:spChg chg="add mod">
          <ac:chgData name="Olawale Abiodun Ogundeji (Dr.)" userId="S::wale@ahfid.org::bf7f3b58-5492-4b16-a9d7-34d40e1eb056" providerId="AD" clId="Web-{5DC40637-B919-5854-A8E9-75D5E91DFBDA}" dt="2026-02-11T13:11:25.364" v="62" actId="1076"/>
          <ac:spMkLst>
            <pc:docMk/>
            <pc:sldMk cId="852937721" sldId="295"/>
            <ac:spMk id="6" creationId="{AA41B30C-1D51-CC56-D417-3FC555730F35}"/>
          </ac:spMkLst>
        </pc:spChg>
        <pc:picChg chg="del">
          <ac:chgData name="Olawale Abiodun Ogundeji (Dr.)" userId="S::wale@ahfid.org::bf7f3b58-5492-4b16-a9d7-34d40e1eb056" providerId="AD" clId="Web-{5DC40637-B919-5854-A8E9-75D5E91DFBDA}" dt="2026-02-11T13:09:13.281" v="10"/>
          <ac:picMkLst>
            <pc:docMk/>
            <pc:sldMk cId="852937721" sldId="295"/>
            <ac:picMk id="2" creationId="{676AEEE2-50F3-2086-8030-C57E74D939D7}"/>
          </ac:picMkLst>
        </pc:picChg>
      </pc:sldChg>
    </pc:docChg>
  </pc:docChgLst>
  <pc:docChgLst>
    <pc:chgData name="Olawale Abiodun Ogundeji (Dr.)" userId="S::wale@ahfid.org::bf7f3b58-5492-4b16-a9d7-34d40e1eb056" providerId="AD" clId="Web-{DE92FAB8-5C49-5EFD-E114-E06D170F8F9C}"/>
    <pc:docChg chg="modSld">
      <pc:chgData name="Olawale Abiodun Ogundeji (Dr.)" userId="S::wale@ahfid.org::bf7f3b58-5492-4b16-a9d7-34d40e1eb056" providerId="AD" clId="Web-{DE92FAB8-5C49-5EFD-E114-E06D170F8F9C}" dt="2026-01-21T18:56:38.863" v="168" actId="14100"/>
      <pc:docMkLst>
        <pc:docMk/>
      </pc:docMkLst>
      <pc:sldChg chg="addSp delSp modSp">
        <pc:chgData name="Olawale Abiodun Ogundeji (Dr.)" userId="S::wale@ahfid.org::bf7f3b58-5492-4b16-a9d7-34d40e1eb056" providerId="AD" clId="Web-{DE92FAB8-5C49-5EFD-E114-E06D170F8F9C}" dt="2026-01-21T18:56:38.863" v="168" actId="14100"/>
        <pc:sldMkLst>
          <pc:docMk/>
          <pc:sldMk cId="0" sldId="259"/>
        </pc:sldMkLst>
        <pc:spChg chg="mod">
          <ac:chgData name="Olawale Abiodun Ogundeji (Dr.)" userId="S::wale@ahfid.org::bf7f3b58-5492-4b16-a9d7-34d40e1eb056" providerId="AD" clId="Web-{DE92FAB8-5C49-5EFD-E114-E06D170F8F9C}" dt="2026-01-21T18:52:30.278" v="108" actId="20577"/>
          <ac:spMkLst>
            <pc:docMk/>
            <pc:sldMk cId="0" sldId="259"/>
            <ac:spMk id="2" creationId="{00000000-0000-0000-0000-000000000000}"/>
          </ac:spMkLst>
        </pc:spChg>
      </pc:sldChg>
    </pc:docChg>
  </pc:docChgLst>
  <pc:docChgLst>
    <pc:chgData name="Olawale Abiodun Ogundeji (Dr.)" userId="S::wale@ahfid.org::bf7f3b58-5492-4b16-a9d7-34d40e1eb056" providerId="AD" clId="Web-{6A001E5D-2E17-0749-652C-1A18892185FF}"/>
    <pc:docChg chg="addSld modSld sldOrd">
      <pc:chgData name="Olawale Abiodun Ogundeji (Dr.)" userId="S::wale@ahfid.org::bf7f3b58-5492-4b16-a9d7-34d40e1eb056" providerId="AD" clId="Web-{6A001E5D-2E17-0749-652C-1A18892185FF}" dt="2026-01-29T21:27:36.234" v="1128" actId="14100"/>
      <pc:docMkLst>
        <pc:docMk/>
      </pc:docMkLst>
      <pc:sldChg chg="delSp modSp">
        <pc:chgData name="Olawale Abiodun Ogundeji (Dr.)" userId="S::wale@ahfid.org::bf7f3b58-5492-4b16-a9d7-34d40e1eb056" providerId="AD" clId="Web-{6A001E5D-2E17-0749-652C-1A18892185FF}" dt="2026-01-28T14:52:46.791" v="344" actId="20577"/>
        <pc:sldMkLst>
          <pc:docMk/>
          <pc:sldMk cId="0" sldId="260"/>
        </pc:sldMkLst>
      </pc:sldChg>
      <pc:sldChg chg="addSp modSp">
        <pc:chgData name="Olawale Abiodun Ogundeji (Dr.)" userId="S::wale@ahfid.org::bf7f3b58-5492-4b16-a9d7-34d40e1eb056" providerId="AD" clId="Web-{6A001E5D-2E17-0749-652C-1A18892185FF}" dt="2026-01-28T13:07:52.972" v="50" actId="20577"/>
        <pc:sldMkLst>
          <pc:docMk/>
          <pc:sldMk cId="2768235767" sldId="280"/>
        </pc:sldMkLst>
      </pc:sldChg>
    </pc:docChg>
  </pc:docChgLst>
  <pc:docChgLst>
    <pc:chgData name="Olawale Abiodun Ogundeji (Dr.)" userId="S::wale@ahfid.org::bf7f3b58-5492-4b16-a9d7-34d40e1eb056" providerId="AD" clId="Web-{1914E8DD-0A47-7831-CE6F-235AEF630E52}"/>
    <pc:docChg chg="addSld modSld">
      <pc:chgData name="Olawale Abiodun Ogundeji (Dr.)" userId="S::wale@ahfid.org::bf7f3b58-5492-4b16-a9d7-34d40e1eb056" providerId="AD" clId="Web-{1914E8DD-0A47-7831-CE6F-235AEF630E52}" dt="2026-01-28T10:24:33.510" v="529" actId="14100"/>
      <pc:docMkLst>
        <pc:docMk/>
      </pc:docMkLst>
      <pc:sldChg chg="addSp delSp modSp modNotes">
        <pc:chgData name="Olawale Abiodun Ogundeji (Dr.)" userId="S::wale@ahfid.org::bf7f3b58-5492-4b16-a9d7-34d40e1eb056" providerId="AD" clId="Web-{1914E8DD-0A47-7831-CE6F-235AEF630E52}" dt="2026-01-28T09:54:14.021" v="496" actId="20577"/>
        <pc:sldMkLst>
          <pc:docMk/>
          <pc:sldMk cId="0" sldId="259"/>
        </pc:sldMkLst>
      </pc:sldChg>
      <pc:sldChg chg="addSp delSp modSp mod modClrScheme chgLayout">
        <pc:chgData name="Olawale Abiodun Ogundeji (Dr.)" userId="S::wale@ahfid.org::bf7f3b58-5492-4b16-a9d7-34d40e1eb056" providerId="AD" clId="Web-{1914E8DD-0A47-7831-CE6F-235AEF630E52}" dt="2026-01-27T17:43:10.890" v="416"/>
        <pc:sldMkLst>
          <pc:docMk/>
          <pc:sldMk cId="0" sldId="260"/>
        </pc:sldMkLst>
      </pc:sldChg>
      <pc:sldChg chg="addSp delSp modSp add replId">
        <pc:chgData name="Olawale Abiodun Ogundeji (Dr.)" userId="S::wale@ahfid.org::bf7f3b58-5492-4b16-a9d7-34d40e1eb056" providerId="AD" clId="Web-{1914E8DD-0A47-7831-CE6F-235AEF630E52}" dt="2026-01-28T10:22:21.595" v="506" actId="1076"/>
        <pc:sldMkLst>
          <pc:docMk/>
          <pc:sldMk cId="316734042" sldId="279"/>
        </pc:sldMkLst>
      </pc:sldChg>
      <pc:sldChg chg="delSp modSp add replId">
        <pc:chgData name="Olawale Abiodun Ogundeji (Dr.)" userId="S::wale@ahfid.org::bf7f3b58-5492-4b16-a9d7-34d40e1eb056" providerId="AD" clId="Web-{1914E8DD-0A47-7831-CE6F-235AEF630E52}" dt="2026-01-28T10:24:33.510" v="529" actId="14100"/>
        <pc:sldMkLst>
          <pc:docMk/>
          <pc:sldMk cId="2768235767" sldId="280"/>
        </pc:sldMkLst>
      </pc:sldChg>
    </pc:docChg>
  </pc:docChgLst>
  <pc:docChgLst>
    <pc:chgData name="Olawale Abiodun Ogundeji (Dr.)" userId="S::wale@ahfid.org::bf7f3b58-5492-4b16-a9d7-34d40e1eb056" providerId="AD" clId="Web-{312AB656-F313-67A4-9627-3D3BA1554536}"/>
    <pc:docChg chg="modSld">
      <pc:chgData name="Olawale Abiodun Ogundeji (Dr.)" userId="S::wale@ahfid.org::bf7f3b58-5492-4b16-a9d7-34d40e1eb056" providerId="AD" clId="Web-{312AB656-F313-67A4-9627-3D3BA1554536}" dt="2026-02-04T14:22:51.877" v="46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9A7199-659A-4064-9D87-9E89ED46822F}" type="datetimeFigureOut">
              <a:t>2/11/2026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ECD79B-70D4-4C0F-8998-82B634FB71F5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473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9089E-21E7-51BA-A820-654554576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EF8AB4-FB4E-2917-50C4-1442B8D70B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D2FE6C-DD59-146F-45B9-3CE53D77A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>
                <a:solidFill>
                  <a:srgbClr val="03807F"/>
                </a:solidFill>
              </a:rPr>
              <a:t>accuracy is an average</a:t>
            </a:r>
            <a:r>
              <a:rPr lang="en-US">
                <a:solidFill>
                  <a:srgbClr val="03807F"/>
                </a:solidFill>
              </a:rPr>
              <a:t>, while </a:t>
            </a:r>
            <a:r>
              <a:rPr lang="en-US" b="1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>
                <a:solidFill>
                  <a:srgbClr val="03807F"/>
                </a:solidFill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302A64-1B94-DCAF-8A26-373BA6126F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0424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>
                <a:solidFill>
                  <a:srgbClr val="03807F"/>
                </a:solidFill>
              </a:rPr>
              <a:t>accuracy is an average</a:t>
            </a:r>
            <a:r>
              <a:rPr lang="en-US">
                <a:solidFill>
                  <a:srgbClr val="03807F"/>
                </a:solidFill>
              </a:rPr>
              <a:t>, while </a:t>
            </a:r>
            <a:r>
              <a:rPr lang="en-US" b="1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>
                <a:solidFill>
                  <a:srgbClr val="03807F"/>
                </a:solidFill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4571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0CCB8-7AE1-31A1-1331-CDD84CEF8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B2FF1B-09B8-593F-5CFD-FCD0FF4642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2CC621-BABF-211A-F623-544498C01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>
                <a:solidFill>
                  <a:srgbClr val="03807F"/>
                </a:solidFill>
              </a:rPr>
              <a:t>accuracy is an average</a:t>
            </a:r>
            <a:r>
              <a:rPr lang="en-US">
                <a:solidFill>
                  <a:srgbClr val="03807F"/>
                </a:solidFill>
              </a:rPr>
              <a:t>, while </a:t>
            </a:r>
            <a:r>
              <a:rPr lang="en-US" b="1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>
                <a:solidFill>
                  <a:srgbClr val="03807F"/>
                </a:solidFill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EA847-EF5B-818C-A5C4-D277C75D6C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7926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87972-1482-36A5-1C19-AACB1F260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67997E-F1BF-C030-1C18-919645A254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B98823-E6F8-172A-E0C7-575007AA4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>
                <a:solidFill>
                  <a:srgbClr val="03807F"/>
                </a:solidFill>
              </a:rPr>
              <a:t>accuracy is an average</a:t>
            </a:r>
            <a:r>
              <a:rPr lang="en-US">
                <a:solidFill>
                  <a:srgbClr val="03807F"/>
                </a:solidFill>
              </a:rPr>
              <a:t>, while </a:t>
            </a:r>
            <a:r>
              <a:rPr lang="en-US" b="1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>
                <a:solidFill>
                  <a:srgbClr val="03807F"/>
                </a:solidFill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4ED094-BEEE-93B6-264D-8ACF2303C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3915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83848-95E7-5ACB-803D-5ADC1181F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1333B2-FB81-AC44-DB8F-9C1F597D3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692D4E-FF44-D682-0C19-92F873D74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>
                <a:solidFill>
                  <a:srgbClr val="03807F"/>
                </a:solidFill>
              </a:rPr>
              <a:t>accuracy is an average</a:t>
            </a:r>
            <a:r>
              <a:rPr lang="en-US">
                <a:solidFill>
                  <a:srgbClr val="03807F"/>
                </a:solidFill>
              </a:rPr>
              <a:t>, while </a:t>
            </a:r>
            <a:r>
              <a:rPr lang="en-US" b="1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>
                <a:solidFill>
                  <a:srgbClr val="03807F"/>
                </a:solidFill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A101C-316E-66E7-8AE7-314BF09BC5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72820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14202-0690-B0DA-2B7F-A04BC722D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90A7C4-45E2-B3FB-1470-ECA8D1DDA2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AB89A7-D23B-11F4-FC2A-01C142661A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>
                <a:solidFill>
                  <a:srgbClr val="03807F"/>
                </a:solidFill>
              </a:rPr>
              <a:t>accuracy is an average</a:t>
            </a:r>
            <a:r>
              <a:rPr lang="en-US">
                <a:solidFill>
                  <a:srgbClr val="03807F"/>
                </a:solidFill>
              </a:rPr>
              <a:t>, while </a:t>
            </a:r>
            <a:r>
              <a:rPr lang="en-US" b="1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>
                <a:solidFill>
                  <a:srgbClr val="03807F"/>
                </a:solidFill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602DE-EFC9-D6CC-BD77-BFDF48AE2D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35368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70358-5D15-09AF-687F-9E891418A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F7A9B5-2C1C-CA77-F29D-011AAD35B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7DD491-CFCC-5BC2-DDAD-24CDC5A62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>
                <a:solidFill>
                  <a:srgbClr val="03807F"/>
                </a:solidFill>
              </a:rPr>
              <a:t>accuracy is an average</a:t>
            </a:r>
            <a:r>
              <a:rPr lang="en-US">
                <a:solidFill>
                  <a:srgbClr val="03807F"/>
                </a:solidFill>
              </a:rPr>
              <a:t>, while </a:t>
            </a:r>
            <a:r>
              <a:rPr lang="en-US" b="1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>
                <a:solidFill>
                  <a:srgbClr val="03807F"/>
                </a:solidFill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E0DE8-0699-9DB2-6EEC-E1898D6435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40738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09F87-B88B-3C95-ABE4-75BE58316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164454-163A-160B-1C4E-0571426D7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37E6D6-8BCB-22A9-2660-B55BCF42CF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>
                <a:solidFill>
                  <a:srgbClr val="03807F"/>
                </a:solidFill>
              </a:rPr>
              <a:t>accuracy is an average</a:t>
            </a:r>
            <a:r>
              <a:rPr lang="en-US">
                <a:solidFill>
                  <a:srgbClr val="03807F"/>
                </a:solidFill>
              </a:rPr>
              <a:t>, while </a:t>
            </a:r>
            <a:r>
              <a:rPr lang="en-US" b="1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>
                <a:solidFill>
                  <a:srgbClr val="03807F"/>
                </a:solidFill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E6C0A-5A95-84B3-D2E5-A57D5AC74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715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36DE7-D32D-9A3D-CF41-7648614CD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1D28FF-7552-917E-FD53-21F41DADC6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4D9E96-05F0-DD63-3A9B-01FC5BF009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>
                <a:solidFill>
                  <a:srgbClr val="03807F"/>
                </a:solidFill>
              </a:rPr>
              <a:t>accuracy is an average</a:t>
            </a:r>
            <a:r>
              <a:rPr lang="en-US">
                <a:solidFill>
                  <a:srgbClr val="03807F"/>
                </a:solidFill>
              </a:rPr>
              <a:t>, while </a:t>
            </a:r>
            <a:r>
              <a:rPr lang="en-US" b="1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>
                <a:solidFill>
                  <a:srgbClr val="03807F"/>
                </a:solidFill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A1CD6-4C47-9A7F-8DEA-8E98E2EB08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4407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6B741-DAD3-C6E4-AB90-8006DE449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B9C89D-32CD-44AC-41BE-39075A3891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D48C64-A4DB-95C8-D147-CF4F86E3F5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>
                <a:solidFill>
                  <a:srgbClr val="03807F"/>
                </a:solidFill>
              </a:rPr>
              <a:t>accuracy is an average</a:t>
            </a:r>
            <a:r>
              <a:rPr lang="en-US">
                <a:solidFill>
                  <a:srgbClr val="03807F"/>
                </a:solidFill>
              </a:rPr>
              <a:t>, while </a:t>
            </a:r>
            <a:r>
              <a:rPr lang="en-US" b="1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>
                <a:solidFill>
                  <a:srgbClr val="03807F"/>
                </a:solidFill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1F143D-7337-83CF-B964-9A1A59F2C7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39644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B2565-873E-A1B4-D807-A7923D593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4F753C-CB98-F3D8-3EB6-D5D12A0118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D2AF49-BE10-EFCB-802C-E538C850A5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>
                <a:solidFill>
                  <a:srgbClr val="03807F"/>
                </a:solidFill>
              </a:rPr>
              <a:t>Two models with the same accuracy behave very differently in deployment. Why? Distribution shift and variance: Because </a:t>
            </a:r>
            <a:r>
              <a:rPr lang="en-US" b="1">
                <a:solidFill>
                  <a:srgbClr val="03807F"/>
                </a:solidFill>
              </a:rPr>
              <a:t>accuracy is an average</a:t>
            </a:r>
            <a:r>
              <a:rPr lang="en-US">
                <a:solidFill>
                  <a:srgbClr val="03807F"/>
                </a:solidFill>
              </a:rPr>
              <a:t>, while </a:t>
            </a:r>
            <a:r>
              <a:rPr lang="en-US" b="1">
                <a:solidFill>
                  <a:srgbClr val="03807F"/>
                </a:solidFill>
              </a:rPr>
              <a:t>deployment exposes models to changing data distributions and different levels of variance</a:t>
            </a:r>
            <a:r>
              <a:rPr lang="en-US">
                <a:solidFill>
                  <a:srgbClr val="03807F"/>
                </a:solidFill>
              </a:rPr>
              <a:t>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AA0D9-4993-8AA3-C261-C73D125981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ECD79B-70D4-4C0F-8998-82B634FB71F5}" type="slidenum"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8327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/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/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/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/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/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64"/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/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/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/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582" y="457200"/>
            <a:ext cx="850588" cy="614125"/>
          </a:xfrm>
          <a:prstGeom prst="rect">
            <a:avLst/>
          </a:prstGeom>
        </p:spPr>
      </p:pic>
      <p:pic>
        <p:nvPicPr>
          <p:cNvPr id="10" name="Picture 9" descr="A blue and orange lines&#10;&#10;AI-generated content may be incorrect.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99"/>
          <a:stretch>
            <a:fillRect/>
          </a:stretch>
        </p:blipFill>
        <p:spPr>
          <a:xfrm rot="5400000">
            <a:off x="5710555" y="376555"/>
            <a:ext cx="770890" cy="12192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/>
          <p:cNvGrpSpPr/>
          <p:nvPr userDrawn="1"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34" name="Oval 33"/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 46"/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48"/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/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/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 63"/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Freeform 64"/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/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/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/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/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/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/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/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/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/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/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/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83" name="Picture 82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 descr="A close up of a logo&#10;&#10;AI-generated content may be incorrect.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22" y="5910222"/>
            <a:ext cx="850588" cy="614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/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/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/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/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/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/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snake logo on a black background&#10;&#10;AI-generated content may be incorrect.">
            <a:extLst>
              <a:ext uri="{FF2B5EF4-FFF2-40B4-BE49-F238E27FC236}">
                <a16:creationId xmlns:a16="http://schemas.microsoft.com/office/drawing/2014/main" id="{23C94C21-54FE-52E6-B7CA-BE44C1728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121" y="346911"/>
            <a:ext cx="1371600" cy="1371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09685CC-8404-74B4-8BE0-67EE0580A97A}"/>
              </a:ext>
            </a:extLst>
          </p:cNvPr>
          <p:cNvSpPr txBox="1"/>
          <p:nvPr/>
        </p:nvSpPr>
        <p:spPr>
          <a:xfrm>
            <a:off x="1295399" y="2024742"/>
            <a:ext cx="10003971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6600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Python Fundamentals</a:t>
            </a:r>
            <a:endParaRPr lang="en-US" sz="660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041B28-EA3A-2B3B-2E7F-4ECA101475B0}"/>
              </a:ext>
            </a:extLst>
          </p:cNvPr>
          <p:cNvSpPr txBox="1"/>
          <p:nvPr/>
        </p:nvSpPr>
        <p:spPr>
          <a:xfrm>
            <a:off x="2383971" y="3396342"/>
            <a:ext cx="75438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200" b="1">
                <a:solidFill>
                  <a:schemeClr val="bg1"/>
                </a:solidFill>
                <a:latin typeface="Times New Roman"/>
                <a:cs typeface="Times New Roman"/>
              </a:rPr>
              <a:t>The Art of Clean Logic</a:t>
            </a:r>
            <a:endParaRPr lang="en-US" sz="3200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844A8C-CBD1-16B1-6596-6BE94B7499B9}"/>
              </a:ext>
            </a:extLst>
          </p:cNvPr>
          <p:cNvSpPr txBox="1"/>
          <p:nvPr/>
        </p:nvSpPr>
        <p:spPr>
          <a:xfrm>
            <a:off x="2416628" y="4441371"/>
            <a:ext cx="858882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800" i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Variables, Data Types, Operators &amp; Control Flow</a:t>
            </a:r>
            <a:endParaRPr lang="en-US" sz="2800" i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FEA503-2489-7B44-E33C-814029D3C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646FC-A496-99C4-B13F-9E93A659F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</p:spPr>
        <p:txBody>
          <a:bodyPr anchor="t">
            <a:normAutofit/>
          </a:bodyPr>
          <a:lstStyle/>
          <a:p>
            <a:pPr marL="457200" indent="-457200">
              <a:buFont typeface="Arial"/>
              <a:buChar char="•"/>
            </a:pPr>
            <a:endParaRPr lang="en-US" b="0"/>
          </a:p>
          <a:p>
            <a:pPr marL="571500" indent="-571500">
              <a:buFont typeface="Arial"/>
              <a:buChar char="•"/>
            </a:pPr>
            <a:endParaRPr lang="en-US"/>
          </a:p>
        </p:txBody>
      </p:sp>
      <p:pic>
        <p:nvPicPr>
          <p:cNvPr id="3" name="Picture 2" descr="A screenshot of a diagram&#10;&#10;AI-generated content may be incorrect.">
            <a:extLst>
              <a:ext uri="{FF2B5EF4-FFF2-40B4-BE49-F238E27FC236}">
                <a16:creationId xmlns:a16="http://schemas.microsoft.com/office/drawing/2014/main" id="{3A8E4406-01B9-EFB8-9291-83C6063DDF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947" y="848987"/>
            <a:ext cx="9504949" cy="516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54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3234" y="1715257"/>
            <a:ext cx="8880534" cy="3903734"/>
          </a:xfrm>
        </p:spPr>
        <p:txBody>
          <a:bodyPr>
            <a:noAutofit/>
          </a:bodyPr>
          <a:lstStyle/>
          <a:p>
            <a:pPr marL="457200" indent="-457200">
              <a:buFont typeface="Arial"/>
              <a:buChar char="•"/>
            </a:pPr>
            <a:endParaRPr lang="en-US" sz="3200" b="0">
              <a:solidFill>
                <a:srgbClr val="03807F"/>
              </a:solidFill>
            </a:endParaRPr>
          </a:p>
          <a:p>
            <a:pPr marL="571500" indent="-571500">
              <a:buFont typeface="Arial"/>
              <a:buChar char="•"/>
            </a:pPr>
            <a:endParaRPr lang="en-US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white text on a blue background&#10;&#10;AI-generated content may be incorrect.">
            <a:extLst>
              <a:ext uri="{FF2B5EF4-FFF2-40B4-BE49-F238E27FC236}">
                <a16:creationId xmlns:a16="http://schemas.microsoft.com/office/drawing/2014/main" id="{8E02312B-079A-A93F-515C-9812F439D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2853" y="1227220"/>
            <a:ext cx="9066295" cy="48747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9495D5-2F22-951E-0283-5043F62E6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0347CD-EBD8-2F0D-34EB-A22D024FB4B8}"/>
              </a:ext>
            </a:extLst>
          </p:cNvPr>
          <p:cNvSpPr txBox="1"/>
          <p:nvPr/>
        </p:nvSpPr>
        <p:spPr>
          <a:xfrm>
            <a:off x="1730828" y="2492828"/>
            <a:ext cx="873034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Part 1</a:t>
            </a:r>
            <a:endParaRPr lang="en-US" sz="4800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4AC6ED-CAF2-C4C3-7D5A-2A02A661184D}"/>
              </a:ext>
            </a:extLst>
          </p:cNvPr>
          <p:cNvSpPr txBox="1"/>
          <p:nvPr/>
        </p:nvSpPr>
        <p:spPr>
          <a:xfrm>
            <a:off x="3407228" y="3918857"/>
            <a:ext cx="677091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2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Variables, Data Types &amp; Operators</a:t>
            </a:r>
            <a:endParaRPr lang="en-US" sz="3200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38455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6C0720-ECA6-D6BB-2EBC-0B9FB56BB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different types of boxes&#10;&#10;AI-generated content may be incorrect.">
            <a:extLst>
              <a:ext uri="{FF2B5EF4-FFF2-40B4-BE49-F238E27FC236}">
                <a16:creationId xmlns:a16="http://schemas.microsoft.com/office/drawing/2014/main" id="{7A4238AC-63F5-FB62-E96B-D19FAB389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120" y="1132795"/>
            <a:ext cx="8829675" cy="4940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182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0F4C53-5198-2B96-D4A3-C4A7714EF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367BD-0C07-E1C9-F73E-45E2AC446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234" y="1715257"/>
            <a:ext cx="8880534" cy="3903734"/>
          </a:xfrm>
        </p:spPr>
        <p:txBody>
          <a:bodyPr>
            <a:noAutofit/>
          </a:bodyPr>
          <a:lstStyle/>
          <a:p>
            <a:pPr marL="457200" indent="-457200">
              <a:buFont typeface="Arial"/>
              <a:buChar char="•"/>
            </a:pPr>
            <a:endParaRPr lang="en-US" sz="3200" b="0">
              <a:solidFill>
                <a:srgbClr val="03807F"/>
              </a:solidFill>
            </a:endParaRPr>
          </a:p>
          <a:p>
            <a:pPr marL="571500" indent="-571500">
              <a:buFont typeface="Arial"/>
              <a:buChar char="•"/>
            </a:pPr>
            <a:endParaRPr lang="en-US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F1A1631-B3C3-714F-788E-4D57C5772E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057" y="1038326"/>
            <a:ext cx="9013373" cy="497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679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BF8E92-15A3-F6F9-4E37-DA8B3E518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64A74-B27B-1DB5-D4EE-E2B6D39F5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234" y="1715257"/>
            <a:ext cx="8880534" cy="3903734"/>
          </a:xfrm>
        </p:spPr>
        <p:txBody>
          <a:bodyPr>
            <a:noAutofit/>
          </a:bodyPr>
          <a:lstStyle/>
          <a:p>
            <a:pPr marL="457200" indent="-457200">
              <a:buFont typeface="Arial"/>
              <a:buChar char="•"/>
            </a:pPr>
            <a:endParaRPr lang="en-US" sz="3200" b="0">
              <a:solidFill>
                <a:srgbClr val="03807F"/>
              </a:solidFill>
            </a:endParaRPr>
          </a:p>
          <a:p>
            <a:pPr marL="571500" indent="-571500">
              <a:buFont typeface="Arial"/>
              <a:buChar char="•"/>
            </a:pPr>
            <a:endParaRPr lang="en-US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3CE1355-A0BC-2DFE-F1AB-19B2CF643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914" y="948346"/>
            <a:ext cx="9503229" cy="5037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34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C6AE67-0535-60A2-78A9-2D6B3D5A2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C1F11510-895B-A9D2-174F-D4921B5C57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5657" y="892854"/>
            <a:ext cx="9089572" cy="5094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084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AB81C0-00E8-5B8F-E020-EB4A5D532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A07685-1301-8C3E-0C4F-868ADD04FB5F}"/>
              </a:ext>
            </a:extLst>
          </p:cNvPr>
          <p:cNvSpPr txBox="1"/>
          <p:nvPr/>
        </p:nvSpPr>
        <p:spPr>
          <a:xfrm>
            <a:off x="1698171" y="2601685"/>
            <a:ext cx="852351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Part 2</a:t>
            </a:r>
            <a:endParaRPr lang="en-US" sz="4800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6C6A8A-B546-B22B-FC91-ED3ECCDC979D}"/>
              </a:ext>
            </a:extLst>
          </p:cNvPr>
          <p:cNvSpPr txBox="1"/>
          <p:nvPr/>
        </p:nvSpPr>
        <p:spPr>
          <a:xfrm>
            <a:off x="2895600" y="3886200"/>
            <a:ext cx="6988628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2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String Manipulation &amp; Formatting</a:t>
            </a:r>
            <a:endParaRPr lang="en-US" sz="3200" b="1">
              <a:solidFill>
                <a:schemeClr val="bg1"/>
              </a:solidFill>
              <a:latin typeface="Times New Roman"/>
              <a:cs typeface="Times New Roman"/>
            </a:endParaRPr>
          </a:p>
          <a:p>
            <a:pPr algn="ctr"/>
            <a:endParaRPr lang="en-GB" sz="3200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86106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B17E11-9028-DEF6-3418-6793312AA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B90F0A3-7E92-BBDA-FB51-829DA3BA3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180" y="1197426"/>
            <a:ext cx="8489641" cy="4789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7121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D5BA88-7CE8-D3DB-388B-B5AC2D90C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17272-B9CE-851E-3712-E48F0DCAD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234" y="1715257"/>
            <a:ext cx="8880534" cy="3903734"/>
          </a:xfrm>
        </p:spPr>
        <p:txBody>
          <a:bodyPr>
            <a:noAutofit/>
          </a:bodyPr>
          <a:lstStyle/>
          <a:p>
            <a:pPr marL="457200" indent="-457200">
              <a:buFont typeface="Arial"/>
              <a:buChar char="•"/>
            </a:pPr>
            <a:endParaRPr lang="en-US" sz="3200" b="0">
              <a:solidFill>
                <a:srgbClr val="03807F"/>
              </a:solidFill>
            </a:endParaRPr>
          </a:p>
          <a:p>
            <a:pPr marL="571500" indent="-571500">
              <a:buFont typeface="Arial"/>
              <a:buChar char="•"/>
            </a:pPr>
            <a:endParaRPr lang="en-US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graph with text and numbers&#10;&#10;AI-generated content may be incorrect.">
            <a:extLst>
              <a:ext uri="{FF2B5EF4-FFF2-40B4-BE49-F238E27FC236}">
                <a16:creationId xmlns:a16="http://schemas.microsoft.com/office/drawing/2014/main" id="{CD7EC656-6648-9FCF-3C67-4B28A4225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1" y="1100819"/>
            <a:ext cx="9437914" cy="496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078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B23177-6E79-9DDD-7DAC-FF3CEBD66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67FBB-5B51-1FEB-2824-DD5E41F4A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234" y="1715257"/>
            <a:ext cx="8880534" cy="3903734"/>
          </a:xfrm>
        </p:spPr>
        <p:txBody>
          <a:bodyPr>
            <a:noAutofit/>
          </a:bodyPr>
          <a:lstStyle/>
          <a:p>
            <a:pPr marL="457200" indent="-457200">
              <a:buFont typeface="Arial"/>
              <a:buChar char="•"/>
            </a:pPr>
            <a:endParaRPr lang="en-US" sz="3200" b="0">
              <a:solidFill>
                <a:srgbClr val="03807F"/>
              </a:solidFill>
            </a:endParaRPr>
          </a:p>
          <a:p>
            <a:pPr marL="571500" indent="-571500">
              <a:buFont typeface="Arial"/>
              <a:buChar char="•"/>
            </a:pPr>
            <a:endParaRPr lang="en-US">
              <a:solidFill>
                <a:srgbClr val="03807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4425C0-F6DF-74B2-FDC4-6EFF36A12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736" y="1080408"/>
            <a:ext cx="9214756" cy="492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235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/>
          <p:nvPr/>
        </p:nvSpPr>
        <p:spPr>
          <a:xfrm>
            <a:off x="1096092" y="1474086"/>
            <a:ext cx="8420049" cy="391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1096092" y="1928724"/>
            <a:ext cx="6888960" cy="33455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GB" sz="16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diagram of a diagram&#10;&#10;AI-generated content may be incorrect.">
            <a:extLst>
              <a:ext uri="{FF2B5EF4-FFF2-40B4-BE49-F238E27FC236}">
                <a16:creationId xmlns:a16="http://schemas.microsoft.com/office/drawing/2014/main" id="{2F575FAC-F806-09AE-95AF-D28AA2443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077" y="1107621"/>
            <a:ext cx="8807903" cy="48387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B92063-559C-E402-8C0E-E8DB85F02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B7B2A34-EC4A-5610-9E6D-6D3A07406A6D}"/>
              </a:ext>
            </a:extLst>
          </p:cNvPr>
          <p:cNvSpPr txBox="1"/>
          <p:nvPr/>
        </p:nvSpPr>
        <p:spPr>
          <a:xfrm>
            <a:off x="1096092" y="1474086"/>
            <a:ext cx="8420049" cy="391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C7EB4D6-6AE8-2D39-29D5-21914A47ED28}"/>
              </a:ext>
            </a:extLst>
          </p:cNvPr>
          <p:cNvSpPr txBox="1"/>
          <p:nvPr/>
        </p:nvSpPr>
        <p:spPr>
          <a:xfrm>
            <a:off x="1096092" y="1928724"/>
            <a:ext cx="6888960" cy="33455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GB" sz="16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DF8757E-B1DC-29F1-5DEB-388B3D5D1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307" y="1038224"/>
            <a:ext cx="8920843" cy="4977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3802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9852DF-4228-F6DD-35E7-D16D2C083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8DAFB10-BFD9-BBC0-6D11-D1D3E557C59D}"/>
              </a:ext>
            </a:extLst>
          </p:cNvPr>
          <p:cNvSpPr txBox="1"/>
          <p:nvPr/>
        </p:nvSpPr>
        <p:spPr>
          <a:xfrm>
            <a:off x="1096092" y="1474086"/>
            <a:ext cx="8420049" cy="391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845ED9-867E-A0EC-FF30-204199430732}"/>
              </a:ext>
            </a:extLst>
          </p:cNvPr>
          <p:cNvSpPr txBox="1"/>
          <p:nvPr/>
        </p:nvSpPr>
        <p:spPr>
          <a:xfrm>
            <a:off x="1436915" y="2427514"/>
            <a:ext cx="8806542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8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Part 3</a:t>
            </a:r>
            <a:endParaRPr lang="en-US" sz="4800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3E67A2-A882-5E25-EB94-11A867B47A69}"/>
              </a:ext>
            </a:extLst>
          </p:cNvPr>
          <p:cNvSpPr txBox="1"/>
          <p:nvPr/>
        </p:nvSpPr>
        <p:spPr>
          <a:xfrm>
            <a:off x="3222171" y="3820885"/>
            <a:ext cx="61286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2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Control Flow Structures </a:t>
            </a:r>
            <a:endParaRPr lang="en-US" sz="3200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8060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263E74-8611-E37B-129F-A97FC40F7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8EFADF4-E6A6-4154-E17B-722DE5041293}"/>
              </a:ext>
            </a:extLst>
          </p:cNvPr>
          <p:cNvSpPr txBox="1"/>
          <p:nvPr/>
        </p:nvSpPr>
        <p:spPr>
          <a:xfrm>
            <a:off x="1096092" y="1928724"/>
            <a:ext cx="6888960" cy="33455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GB" sz="16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0006F01-67D5-0DE7-61D7-8063D965E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514" y="1195376"/>
            <a:ext cx="8567058" cy="4815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1575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CB00F3-353B-DFD7-AF90-B7B2B7ACA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00069046-59D4-7E5E-319C-9E7EA507CCE8}"/>
              </a:ext>
            </a:extLst>
          </p:cNvPr>
          <p:cNvSpPr txBox="1"/>
          <p:nvPr/>
        </p:nvSpPr>
        <p:spPr>
          <a:xfrm>
            <a:off x="1096092" y="1474086"/>
            <a:ext cx="8420049" cy="391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06F0321-5A82-9F5A-2634-70A7F4E9DA33}"/>
              </a:ext>
            </a:extLst>
          </p:cNvPr>
          <p:cNvSpPr txBox="1"/>
          <p:nvPr/>
        </p:nvSpPr>
        <p:spPr>
          <a:xfrm>
            <a:off x="1096092" y="1928724"/>
            <a:ext cx="6888960" cy="33455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GB" sz="16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6C0187-5E3D-6305-31EB-3B08780A7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569" y="925286"/>
            <a:ext cx="8817920" cy="500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1622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CFC0D5-D8F1-499A-E46A-C40E83C8C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D40A944-BDDB-AD00-69B9-BB1555026BB6}"/>
              </a:ext>
            </a:extLst>
          </p:cNvPr>
          <p:cNvSpPr txBox="1"/>
          <p:nvPr/>
        </p:nvSpPr>
        <p:spPr>
          <a:xfrm>
            <a:off x="1096092" y="1474086"/>
            <a:ext cx="8420049" cy="391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1CA5B76-45CE-CB94-FF4F-228EF607C78F}"/>
              </a:ext>
            </a:extLst>
          </p:cNvPr>
          <p:cNvSpPr txBox="1"/>
          <p:nvPr/>
        </p:nvSpPr>
        <p:spPr>
          <a:xfrm>
            <a:off x="1096092" y="1928724"/>
            <a:ext cx="6888960" cy="33455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GB" sz="16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A3DE3C-E8C5-9E26-097B-9B921E47A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868" y="1013962"/>
            <a:ext cx="8863264" cy="4990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4440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B8F7BB-5B06-5B90-8089-EF633A68C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3936355-B337-7CC7-45AE-15110EC17D73}"/>
              </a:ext>
            </a:extLst>
          </p:cNvPr>
          <p:cNvSpPr txBox="1"/>
          <p:nvPr/>
        </p:nvSpPr>
        <p:spPr>
          <a:xfrm>
            <a:off x="1096092" y="1474086"/>
            <a:ext cx="8420049" cy="391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4A59362-6182-1CF9-0EAD-702ABB90D296}"/>
              </a:ext>
            </a:extLst>
          </p:cNvPr>
          <p:cNvSpPr txBox="1"/>
          <p:nvPr/>
        </p:nvSpPr>
        <p:spPr>
          <a:xfrm>
            <a:off x="1096092" y="1928724"/>
            <a:ext cx="6888960" cy="33455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GB" sz="16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9ABA5F5-AAF6-C329-A05D-2B6525B08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237" y="867102"/>
            <a:ext cx="9113922" cy="512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270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E32325-0086-A2A4-493D-67DBCA467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CD3DB0C-B15B-59DF-237B-2D2DCC4FDE07}"/>
              </a:ext>
            </a:extLst>
          </p:cNvPr>
          <p:cNvSpPr txBox="1"/>
          <p:nvPr/>
        </p:nvSpPr>
        <p:spPr>
          <a:xfrm>
            <a:off x="1096092" y="1474086"/>
            <a:ext cx="8420049" cy="39160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96D9F7F-FDFF-A00B-645E-A006087ADC31}"/>
              </a:ext>
            </a:extLst>
          </p:cNvPr>
          <p:cNvSpPr txBox="1"/>
          <p:nvPr/>
        </p:nvSpPr>
        <p:spPr>
          <a:xfrm>
            <a:off x="1096092" y="1928724"/>
            <a:ext cx="6888960" cy="33455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endParaRPr lang="en-GB" sz="16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2DC8C9-C5C1-9214-6B40-81183CCEE472}"/>
              </a:ext>
            </a:extLst>
          </p:cNvPr>
          <p:cNvSpPr txBox="1"/>
          <p:nvPr/>
        </p:nvSpPr>
        <p:spPr>
          <a:xfrm>
            <a:off x="1621971" y="2198914"/>
            <a:ext cx="973182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7200" b="1">
                <a:solidFill>
                  <a:schemeClr val="bg1"/>
                </a:solidFill>
                <a:latin typeface="Times New Roman"/>
                <a:ea typeface="+mn-lt"/>
                <a:cs typeface="+mn-lt"/>
              </a:rPr>
              <a:t>Practice Makes Perfect</a:t>
            </a:r>
            <a:endParaRPr lang="en-US" sz="7200" b="1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41B30C-1D51-CC56-D417-3FC555730F35}"/>
              </a:ext>
            </a:extLst>
          </p:cNvPr>
          <p:cNvSpPr txBox="1"/>
          <p:nvPr/>
        </p:nvSpPr>
        <p:spPr>
          <a:xfrm>
            <a:off x="1777522" y="3842084"/>
            <a:ext cx="864325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3600">
                <a:solidFill>
                  <a:srgbClr val="FFC000"/>
                </a:solidFill>
                <a:latin typeface="Times New Roman"/>
                <a:ea typeface="+mn-lt"/>
                <a:cs typeface="+mn-lt"/>
              </a:rPr>
              <a:t>Keep coding, keep learning!</a:t>
            </a:r>
            <a:endParaRPr lang="en-US" sz="3600">
              <a:solidFill>
                <a:srgbClr val="FFC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52937721"/>
      </p:ext>
    </p:extLst>
  </p:cSld>
  <p:clrMapOvr>
    <a:masterClrMapping/>
  </p:clrMapOvr>
</p:sld>
</file>

<file path=ppt/theme/theme1.xml><?xml version="1.0" encoding="utf-8"?>
<a:theme xmlns:a="http://schemas.openxmlformats.org/drawingml/2006/main" name="PunchcardVTI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PunchcardVTI</vt:lpstr>
      <vt:lpstr>PowerPoint Presentation</vt:lpstr>
      <vt:lpstr> </vt:lpstr>
      <vt:lpstr> </vt:lpstr>
      <vt:lpstr>PowerPoint Presentation</vt:lpstr>
      <vt:lpstr>PowerPoint Presentation</vt:lpstr>
      <vt:lpstr> </vt:lpstr>
      <vt:lpstr> </vt:lpstr>
      <vt:lpstr>PowerPoint Presentation</vt:lpstr>
      <vt:lpstr>PowerPoint Presentation</vt:lpstr>
      <vt:lpstr>PowerPoint Presentation</vt:lpstr>
      <vt:lpstr> 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Liberty</dc:creator>
  <cp:revision>1</cp:revision>
  <dcterms:created xsi:type="dcterms:W3CDTF">2025-11-05T12:47:00Z</dcterms:created>
  <dcterms:modified xsi:type="dcterms:W3CDTF">2026-02-11T13:11:36Z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448BF34DDA5D4604A6E5E58B330A1B12_12</vt:lpwstr>
  </property>
  <property fmtid="{D5CDD505-2E9C-101B-9397-08002B2CF9AE}" pid="3" name="KSOProductBuildVer">
    <vt:lpwstr>1033-12.9.0.21549</vt:lpwstr>
  </property>
</Properties>
</file>